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25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2"/>
    <p:restoredTop sz="94694"/>
  </p:normalViewPr>
  <p:slideViewPr>
    <p:cSldViewPr snapToGrid="0">
      <p:cViewPr varScale="1">
        <p:scale>
          <a:sx n="121" d="100"/>
          <a:sy n="121" d="100"/>
        </p:scale>
        <p:origin x="12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CFDC22-9F6B-4E4C-A62D-6F5A0B6812F5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C5A6BCB-3D6D-4D47-9B3E-E5FB2257C1BE}">
      <dgm:prSet/>
      <dgm:spPr/>
      <dgm:t>
        <a:bodyPr/>
        <a:lstStyle/>
        <a:p>
          <a:r>
            <a:rPr kumimoji="1" lang="ko-KR"/>
            <a:t>게임에서 많은 비플레이어 캐릭터는 일종의 </a:t>
          </a:r>
          <a:r>
            <a:rPr kumimoji="1" lang="en-US"/>
            <a:t>AI</a:t>
          </a:r>
          <a:r>
            <a:rPr kumimoji="1" lang="ko-KR"/>
            <a:t>를 사용하며 지능형 에이전트로 간주할 수 있음</a:t>
          </a:r>
          <a:endParaRPr lang="en-US"/>
        </a:p>
      </dgm:t>
    </dgm:pt>
    <dgm:pt modelId="{E522EF20-1E8D-4EE2-B48B-10BA14699E6F}" type="parTrans" cxnId="{2C1C3641-305B-46BB-8822-DE7DB23A3E9B}">
      <dgm:prSet/>
      <dgm:spPr/>
      <dgm:t>
        <a:bodyPr/>
        <a:lstStyle/>
        <a:p>
          <a:endParaRPr lang="en-US"/>
        </a:p>
      </dgm:t>
    </dgm:pt>
    <dgm:pt modelId="{035043E0-062F-4C76-982A-A6FE00D2F10F}" type="sibTrans" cxnId="{2C1C3641-305B-46BB-8822-DE7DB23A3E9B}">
      <dgm:prSet/>
      <dgm:spPr/>
      <dgm:t>
        <a:bodyPr/>
        <a:lstStyle/>
        <a:p>
          <a:endParaRPr lang="en-US"/>
        </a:p>
      </dgm:t>
    </dgm:pt>
    <dgm:pt modelId="{4FB7C9E6-82A7-4D3F-996B-4ECD077B978A}">
      <dgm:prSet/>
      <dgm:spPr/>
      <dgm:t>
        <a:bodyPr/>
        <a:lstStyle/>
        <a:p>
          <a:r>
            <a:rPr kumimoji="1" lang="ko-KR"/>
            <a:t>비디오 제작에서 군중이 등장하는 복잡한 </a:t>
          </a:r>
          <a:r>
            <a:rPr kumimoji="1" lang="en-US"/>
            <a:t>3D </a:t>
          </a:r>
          <a:r>
            <a:rPr kumimoji="1" lang="ko-KR"/>
            <a:t>장면 렌더링은 일반적으로 멀티 에이전트 시뮬레이션을 사용하여 수행</a:t>
          </a:r>
          <a:endParaRPr lang="en-US"/>
        </a:p>
      </dgm:t>
    </dgm:pt>
    <dgm:pt modelId="{6563DA29-5BDF-425C-8FFC-8235BC974F76}" type="parTrans" cxnId="{E6E210BB-4135-42FB-9DE8-495F67762367}">
      <dgm:prSet/>
      <dgm:spPr/>
      <dgm:t>
        <a:bodyPr/>
        <a:lstStyle/>
        <a:p>
          <a:endParaRPr lang="en-US"/>
        </a:p>
      </dgm:t>
    </dgm:pt>
    <dgm:pt modelId="{CD9B6797-E41E-414C-8E06-56E619E351E0}" type="sibTrans" cxnId="{E6E210BB-4135-42FB-9DE8-495F67762367}">
      <dgm:prSet/>
      <dgm:spPr/>
      <dgm:t>
        <a:bodyPr/>
        <a:lstStyle/>
        <a:p>
          <a:endParaRPr lang="en-US"/>
        </a:p>
      </dgm:t>
    </dgm:pt>
    <dgm:pt modelId="{A7A1717C-BE7C-4744-A91E-8228DA5BEE60}">
      <dgm:prSet/>
      <dgm:spPr/>
      <dgm:t>
        <a:bodyPr/>
        <a:lstStyle/>
        <a:p>
          <a:r>
            <a:rPr kumimoji="1" lang="ko-KR"/>
            <a:t>시스템 모델링에서는 복잡한 모델의 동작을 시뮬레이션하기 위해 다중 에이전트 접근 방식을 사용</a:t>
          </a:r>
          <a:endParaRPr lang="en-US"/>
        </a:p>
      </dgm:t>
    </dgm:pt>
    <dgm:pt modelId="{FAB713AC-0224-443E-9DAF-C6D881A5AE1D}" type="parTrans" cxnId="{BB876DCF-5962-4D8A-8E02-E81427F15EA8}">
      <dgm:prSet/>
      <dgm:spPr/>
      <dgm:t>
        <a:bodyPr/>
        <a:lstStyle/>
        <a:p>
          <a:endParaRPr lang="en-US"/>
        </a:p>
      </dgm:t>
    </dgm:pt>
    <dgm:pt modelId="{5FCE64D8-1AFE-4F32-8635-3AE38347858B}" type="sibTrans" cxnId="{BB876DCF-5962-4D8A-8E02-E81427F15EA8}">
      <dgm:prSet/>
      <dgm:spPr/>
      <dgm:t>
        <a:bodyPr/>
        <a:lstStyle/>
        <a:p>
          <a:endParaRPr lang="en-US"/>
        </a:p>
      </dgm:t>
    </dgm:pt>
    <dgm:pt modelId="{ABA45B44-92D4-4375-AE12-63EC261A4549}">
      <dgm:prSet/>
      <dgm:spPr/>
      <dgm:t>
        <a:bodyPr/>
        <a:lstStyle/>
        <a:p>
          <a:r>
            <a:rPr kumimoji="1" lang="ko-KR"/>
            <a:t>예를 들어</a:t>
          </a:r>
          <a:r>
            <a:rPr kumimoji="1" lang="en-US"/>
            <a:t>, </a:t>
          </a:r>
          <a:r>
            <a:rPr kumimoji="1" lang="ko-KR"/>
            <a:t>다중 에이전트 접근 방식은 전 세계 코로나</a:t>
          </a:r>
          <a:r>
            <a:rPr kumimoji="1" lang="en-US"/>
            <a:t>19</a:t>
          </a:r>
          <a:r>
            <a:rPr kumimoji="1" lang="ko-KR"/>
            <a:t>의 확산을 예측하는 데 성공적으로 사용되었음</a:t>
          </a:r>
          <a:endParaRPr lang="en-US"/>
        </a:p>
      </dgm:t>
    </dgm:pt>
    <dgm:pt modelId="{EB90CE98-056D-45F6-BDC5-42A0206FF2E2}" type="parTrans" cxnId="{B60701FE-A89E-4F14-B8DE-AB7978855EAC}">
      <dgm:prSet/>
      <dgm:spPr/>
      <dgm:t>
        <a:bodyPr/>
        <a:lstStyle/>
        <a:p>
          <a:endParaRPr lang="en-US"/>
        </a:p>
      </dgm:t>
    </dgm:pt>
    <dgm:pt modelId="{2107DB56-94BB-4A53-BB81-91070ED34DC0}" type="sibTrans" cxnId="{B60701FE-A89E-4F14-B8DE-AB7978855EAC}">
      <dgm:prSet/>
      <dgm:spPr/>
      <dgm:t>
        <a:bodyPr/>
        <a:lstStyle/>
        <a:p>
          <a:endParaRPr lang="en-US"/>
        </a:p>
      </dgm:t>
    </dgm:pt>
    <dgm:pt modelId="{344412C8-F665-4314-B754-27DF4E4A0135}">
      <dgm:prSet/>
      <dgm:spPr/>
      <dgm:t>
        <a:bodyPr/>
        <a:lstStyle/>
        <a:p>
          <a:r>
            <a:rPr kumimoji="1" lang="ko-KR"/>
            <a:t>비슷한 접근 방식을 사용하여 도시의 교통량을 모델링하고 교통 규칙의 변화에 따라 교통량이 어떻게 반응하는지 확인할 수 있음</a:t>
          </a:r>
          <a:endParaRPr lang="en-US"/>
        </a:p>
      </dgm:t>
    </dgm:pt>
    <dgm:pt modelId="{FB776B4B-E8AA-4BFC-940A-642EA6C70B5E}" type="parTrans" cxnId="{FFA2DB97-AE83-481D-ADE4-9E3CA0083AD4}">
      <dgm:prSet/>
      <dgm:spPr/>
      <dgm:t>
        <a:bodyPr/>
        <a:lstStyle/>
        <a:p>
          <a:endParaRPr lang="en-US"/>
        </a:p>
      </dgm:t>
    </dgm:pt>
    <dgm:pt modelId="{0E0FD057-5885-4AF6-B5BA-5EFB33FC9786}" type="sibTrans" cxnId="{FFA2DB97-AE83-481D-ADE4-9E3CA0083AD4}">
      <dgm:prSet/>
      <dgm:spPr/>
      <dgm:t>
        <a:bodyPr/>
        <a:lstStyle/>
        <a:p>
          <a:endParaRPr lang="en-US"/>
        </a:p>
      </dgm:t>
    </dgm:pt>
    <dgm:pt modelId="{022008E6-8A0A-4140-8850-2A53979C6103}">
      <dgm:prSet/>
      <dgm:spPr/>
      <dgm:t>
        <a:bodyPr/>
        <a:lstStyle/>
        <a:p>
          <a:r>
            <a:rPr kumimoji="1" lang="ko-KR"/>
            <a:t>복잡한 자동화 시스템에서는 각 디바이스가 독립적인 에이전트 역할을 할 수 있으므로 전체 시스템이 덜 단조롭고 </a:t>
          </a:r>
          <a:r>
            <a:rPr kumimoji="1" lang="en-US"/>
            <a:t>(monolith)</a:t>
          </a:r>
          <a:r>
            <a:rPr kumimoji="1" lang="ko-KR"/>
            <a:t> 더 견고</a:t>
          </a:r>
          <a:r>
            <a:rPr kumimoji="1" lang="en-US"/>
            <a:t> (robust)</a:t>
          </a:r>
          <a:r>
            <a:rPr kumimoji="1" lang="ko-KR"/>
            <a:t>해질 수 있음</a:t>
          </a:r>
          <a:endParaRPr lang="en-US"/>
        </a:p>
      </dgm:t>
    </dgm:pt>
    <dgm:pt modelId="{1204814F-4708-4C0B-9D72-0CF2B829A550}" type="parTrans" cxnId="{D5B938C5-3D14-4CBC-98F4-93D4DCB7A632}">
      <dgm:prSet/>
      <dgm:spPr/>
      <dgm:t>
        <a:bodyPr/>
        <a:lstStyle/>
        <a:p>
          <a:endParaRPr lang="en-US"/>
        </a:p>
      </dgm:t>
    </dgm:pt>
    <dgm:pt modelId="{6F9D14DD-BE34-4C1E-AE72-0B37DB3CAD92}" type="sibTrans" cxnId="{D5B938C5-3D14-4CBC-98F4-93D4DCB7A632}">
      <dgm:prSet/>
      <dgm:spPr/>
      <dgm:t>
        <a:bodyPr/>
        <a:lstStyle/>
        <a:p>
          <a:endParaRPr lang="en-US"/>
        </a:p>
      </dgm:t>
    </dgm:pt>
    <dgm:pt modelId="{ACAB6A44-8DFE-6E4B-91DF-E0B20B253B82}" type="pres">
      <dgm:prSet presAssocID="{0FCFDC22-9F6B-4E4C-A62D-6F5A0B6812F5}" presName="linear" presStyleCnt="0">
        <dgm:presLayoutVars>
          <dgm:animLvl val="lvl"/>
          <dgm:resizeHandles val="exact"/>
        </dgm:presLayoutVars>
      </dgm:prSet>
      <dgm:spPr/>
    </dgm:pt>
    <dgm:pt modelId="{562169EC-FCC6-E141-B1AC-F9D526D205DC}" type="pres">
      <dgm:prSet presAssocID="{4C5A6BCB-3D6D-4D47-9B3E-E5FB2257C1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F6D79CC-E7FE-F84F-A7FA-EBDCD24D2A52}" type="pres">
      <dgm:prSet presAssocID="{035043E0-062F-4C76-982A-A6FE00D2F10F}" presName="spacer" presStyleCnt="0"/>
      <dgm:spPr/>
    </dgm:pt>
    <dgm:pt modelId="{4BD0827E-67B6-9945-86BA-3F46C3DACB47}" type="pres">
      <dgm:prSet presAssocID="{4FB7C9E6-82A7-4D3F-996B-4ECD077B97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05DA2A-9D92-3345-95D2-A3C1E24E3A89}" type="pres">
      <dgm:prSet presAssocID="{CD9B6797-E41E-414C-8E06-56E619E351E0}" presName="spacer" presStyleCnt="0"/>
      <dgm:spPr/>
    </dgm:pt>
    <dgm:pt modelId="{CBB714CF-9B36-DD49-A3D7-09BA7D1E9810}" type="pres">
      <dgm:prSet presAssocID="{A7A1717C-BE7C-4744-A91E-8228DA5BEE6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172652-881C-1C49-9165-055CA0696B81}" type="pres">
      <dgm:prSet presAssocID="{A7A1717C-BE7C-4744-A91E-8228DA5BEE60}" presName="childText" presStyleLbl="revTx" presStyleIdx="0" presStyleCnt="1">
        <dgm:presLayoutVars>
          <dgm:bulletEnabled val="1"/>
        </dgm:presLayoutVars>
      </dgm:prSet>
      <dgm:spPr/>
    </dgm:pt>
    <dgm:pt modelId="{7D5671CE-CD6B-854D-B1AD-393FF23DBC8A}" type="pres">
      <dgm:prSet presAssocID="{022008E6-8A0A-4140-8850-2A53979C610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C1C3641-305B-46BB-8822-DE7DB23A3E9B}" srcId="{0FCFDC22-9F6B-4E4C-A62D-6F5A0B6812F5}" destId="{4C5A6BCB-3D6D-4D47-9B3E-E5FB2257C1BE}" srcOrd="0" destOrd="0" parTransId="{E522EF20-1E8D-4EE2-B48B-10BA14699E6F}" sibTransId="{035043E0-062F-4C76-982A-A6FE00D2F10F}"/>
    <dgm:cxn modelId="{F0844D5C-1A49-034F-A6D5-66C8A1A37D33}" type="presOf" srcId="{ABA45B44-92D4-4375-AE12-63EC261A4549}" destId="{B0172652-881C-1C49-9165-055CA0696B81}" srcOrd="0" destOrd="0" presId="urn:microsoft.com/office/officeart/2005/8/layout/vList2"/>
    <dgm:cxn modelId="{3D813164-1354-EC4A-9139-87A9157C871F}" type="presOf" srcId="{4FB7C9E6-82A7-4D3F-996B-4ECD077B978A}" destId="{4BD0827E-67B6-9945-86BA-3F46C3DACB47}" srcOrd="0" destOrd="0" presId="urn:microsoft.com/office/officeart/2005/8/layout/vList2"/>
    <dgm:cxn modelId="{45350A80-BDD0-CE46-A337-E071CF528C6A}" type="presOf" srcId="{A7A1717C-BE7C-4744-A91E-8228DA5BEE60}" destId="{CBB714CF-9B36-DD49-A3D7-09BA7D1E9810}" srcOrd="0" destOrd="0" presId="urn:microsoft.com/office/officeart/2005/8/layout/vList2"/>
    <dgm:cxn modelId="{FFA2DB97-AE83-481D-ADE4-9E3CA0083AD4}" srcId="{A7A1717C-BE7C-4744-A91E-8228DA5BEE60}" destId="{344412C8-F665-4314-B754-27DF4E4A0135}" srcOrd="1" destOrd="0" parTransId="{FB776B4B-E8AA-4BFC-940A-642EA6C70B5E}" sibTransId="{0E0FD057-5885-4AF6-B5BA-5EFB33FC9786}"/>
    <dgm:cxn modelId="{E9AF35B6-560F-DA4E-A530-284D0DBE604A}" type="presOf" srcId="{4C5A6BCB-3D6D-4D47-9B3E-E5FB2257C1BE}" destId="{562169EC-FCC6-E141-B1AC-F9D526D205DC}" srcOrd="0" destOrd="0" presId="urn:microsoft.com/office/officeart/2005/8/layout/vList2"/>
    <dgm:cxn modelId="{E6E210BB-4135-42FB-9DE8-495F67762367}" srcId="{0FCFDC22-9F6B-4E4C-A62D-6F5A0B6812F5}" destId="{4FB7C9E6-82A7-4D3F-996B-4ECD077B978A}" srcOrd="1" destOrd="0" parTransId="{6563DA29-5BDF-425C-8FFC-8235BC974F76}" sibTransId="{CD9B6797-E41E-414C-8E06-56E619E351E0}"/>
    <dgm:cxn modelId="{3FE966C0-2C22-FB4C-8F3E-7FF88C5FB20F}" type="presOf" srcId="{022008E6-8A0A-4140-8850-2A53979C6103}" destId="{7D5671CE-CD6B-854D-B1AD-393FF23DBC8A}" srcOrd="0" destOrd="0" presId="urn:microsoft.com/office/officeart/2005/8/layout/vList2"/>
    <dgm:cxn modelId="{67B606C4-1357-1948-A509-70375DF4DFB8}" type="presOf" srcId="{0FCFDC22-9F6B-4E4C-A62D-6F5A0B6812F5}" destId="{ACAB6A44-8DFE-6E4B-91DF-E0B20B253B82}" srcOrd="0" destOrd="0" presId="urn:microsoft.com/office/officeart/2005/8/layout/vList2"/>
    <dgm:cxn modelId="{D5B938C5-3D14-4CBC-98F4-93D4DCB7A632}" srcId="{0FCFDC22-9F6B-4E4C-A62D-6F5A0B6812F5}" destId="{022008E6-8A0A-4140-8850-2A53979C6103}" srcOrd="3" destOrd="0" parTransId="{1204814F-4708-4C0B-9D72-0CF2B829A550}" sibTransId="{6F9D14DD-BE34-4C1E-AE72-0B37DB3CAD92}"/>
    <dgm:cxn modelId="{BB876DCF-5962-4D8A-8E02-E81427F15EA8}" srcId="{0FCFDC22-9F6B-4E4C-A62D-6F5A0B6812F5}" destId="{A7A1717C-BE7C-4744-A91E-8228DA5BEE60}" srcOrd="2" destOrd="0" parTransId="{FAB713AC-0224-443E-9DAF-C6D881A5AE1D}" sibTransId="{5FCE64D8-1AFE-4F32-8635-3AE38347858B}"/>
    <dgm:cxn modelId="{F07FBAD9-ED29-8D46-B80C-56FF1947E2BF}" type="presOf" srcId="{344412C8-F665-4314-B754-27DF4E4A0135}" destId="{B0172652-881C-1C49-9165-055CA0696B81}" srcOrd="0" destOrd="1" presId="urn:microsoft.com/office/officeart/2005/8/layout/vList2"/>
    <dgm:cxn modelId="{B60701FE-A89E-4F14-B8DE-AB7978855EAC}" srcId="{A7A1717C-BE7C-4744-A91E-8228DA5BEE60}" destId="{ABA45B44-92D4-4375-AE12-63EC261A4549}" srcOrd="0" destOrd="0" parTransId="{EB90CE98-056D-45F6-BDC5-42A0206FF2E2}" sibTransId="{2107DB56-94BB-4A53-BB81-91070ED34DC0}"/>
    <dgm:cxn modelId="{CA37FDE8-688C-7046-B532-5D78B86B4FE1}" type="presParOf" srcId="{ACAB6A44-8DFE-6E4B-91DF-E0B20B253B82}" destId="{562169EC-FCC6-E141-B1AC-F9D526D205DC}" srcOrd="0" destOrd="0" presId="urn:microsoft.com/office/officeart/2005/8/layout/vList2"/>
    <dgm:cxn modelId="{45330917-F0D7-9C44-BC30-339E2C5FCA8B}" type="presParOf" srcId="{ACAB6A44-8DFE-6E4B-91DF-E0B20B253B82}" destId="{FF6D79CC-E7FE-F84F-A7FA-EBDCD24D2A52}" srcOrd="1" destOrd="0" presId="urn:microsoft.com/office/officeart/2005/8/layout/vList2"/>
    <dgm:cxn modelId="{54DED9B3-AC52-E441-9570-FBE239153197}" type="presParOf" srcId="{ACAB6A44-8DFE-6E4B-91DF-E0B20B253B82}" destId="{4BD0827E-67B6-9945-86BA-3F46C3DACB47}" srcOrd="2" destOrd="0" presId="urn:microsoft.com/office/officeart/2005/8/layout/vList2"/>
    <dgm:cxn modelId="{2E5966EA-69FD-A249-BC39-DA04202D50F9}" type="presParOf" srcId="{ACAB6A44-8DFE-6E4B-91DF-E0B20B253B82}" destId="{0305DA2A-9D92-3345-95D2-A3C1E24E3A89}" srcOrd="3" destOrd="0" presId="urn:microsoft.com/office/officeart/2005/8/layout/vList2"/>
    <dgm:cxn modelId="{CBEB9FAE-3B12-4A43-86FC-729B054C3F68}" type="presParOf" srcId="{ACAB6A44-8DFE-6E4B-91DF-E0B20B253B82}" destId="{CBB714CF-9B36-DD49-A3D7-09BA7D1E9810}" srcOrd="4" destOrd="0" presId="urn:microsoft.com/office/officeart/2005/8/layout/vList2"/>
    <dgm:cxn modelId="{EF2B43A2-14A1-AC4D-BBF4-3C21C5DFA9AD}" type="presParOf" srcId="{ACAB6A44-8DFE-6E4B-91DF-E0B20B253B82}" destId="{B0172652-881C-1C49-9165-055CA0696B81}" srcOrd="5" destOrd="0" presId="urn:microsoft.com/office/officeart/2005/8/layout/vList2"/>
    <dgm:cxn modelId="{3ED72F0C-6C7F-E441-834E-969787AE5DC9}" type="presParOf" srcId="{ACAB6A44-8DFE-6E4B-91DF-E0B20B253B82}" destId="{7D5671CE-CD6B-854D-B1AD-393FF23DBC8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284D1B-F49D-4F17-818F-FADC472ACB96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32E849-C30A-41F9-AE79-DF487395A7A2}">
      <dgm:prSet/>
      <dgm:spPr/>
      <dgm:t>
        <a:bodyPr/>
        <a:lstStyle/>
        <a:p>
          <a:r>
            <a:rPr kumimoji="1" lang="ko-KR"/>
            <a:t>에이전트는 필드를 가로질러 이동하여 작업을 수행할 수 있음</a:t>
          </a:r>
          <a:endParaRPr lang="en-US"/>
        </a:p>
      </dgm:t>
    </dgm:pt>
    <dgm:pt modelId="{14328BD5-6C5D-4B7E-9932-724C0B4F7FB3}" type="parTrans" cxnId="{EB85F067-BB8E-4583-B7A0-CDF7297EEFE5}">
      <dgm:prSet/>
      <dgm:spPr/>
      <dgm:t>
        <a:bodyPr/>
        <a:lstStyle/>
        <a:p>
          <a:endParaRPr lang="en-US"/>
        </a:p>
      </dgm:t>
    </dgm:pt>
    <dgm:pt modelId="{F7B3B749-D3DF-4384-BD1D-807BA91FC439}" type="sibTrans" cxnId="{EB85F067-BB8E-4583-B7A0-CDF7297EEFE5}">
      <dgm:prSet/>
      <dgm:spPr/>
      <dgm:t>
        <a:bodyPr/>
        <a:lstStyle/>
        <a:p>
          <a:endParaRPr lang="en-US"/>
        </a:p>
      </dgm:t>
    </dgm:pt>
    <dgm:pt modelId="{60AB2351-85A7-4A5B-A253-DCEF953834DE}">
      <dgm:prSet/>
      <dgm:spPr/>
      <dgm:t>
        <a:bodyPr/>
        <a:lstStyle/>
        <a:p>
          <a:r>
            <a:rPr kumimoji="1" lang="ko-KR"/>
            <a:t>패치는 에이전트가 있는 필드의 정사각형 영역</a:t>
          </a:r>
          <a:endParaRPr lang="en-US"/>
        </a:p>
      </dgm:t>
    </dgm:pt>
    <dgm:pt modelId="{B4511FE8-80F5-4D57-BB65-0550E3F34908}" type="parTrans" cxnId="{53282240-DC2E-469D-9FE7-B38799A00862}">
      <dgm:prSet/>
      <dgm:spPr/>
      <dgm:t>
        <a:bodyPr/>
        <a:lstStyle/>
        <a:p>
          <a:endParaRPr lang="en-US"/>
        </a:p>
      </dgm:t>
    </dgm:pt>
    <dgm:pt modelId="{236168D4-8B41-4D03-AC8E-F78A81DE3860}" type="sibTrans" cxnId="{53282240-DC2E-469D-9FE7-B38799A00862}">
      <dgm:prSet/>
      <dgm:spPr/>
      <dgm:t>
        <a:bodyPr/>
        <a:lstStyle/>
        <a:p>
          <a:endParaRPr lang="en-US"/>
        </a:p>
      </dgm:t>
    </dgm:pt>
    <dgm:pt modelId="{23BCC389-5C57-49D0-AD6D-A7FB05F54C77}">
      <dgm:prSet/>
      <dgm:spPr/>
      <dgm:t>
        <a:bodyPr/>
        <a:lstStyle/>
        <a:p>
          <a:r>
            <a:rPr kumimoji="1" lang="ko-KR"/>
            <a:t>동일한 패치의 모든 에이전트를 참조하거나 패치 색상 및 기타 속성을 변경할 수 있음</a:t>
          </a:r>
          <a:endParaRPr lang="en-US"/>
        </a:p>
      </dgm:t>
    </dgm:pt>
    <dgm:pt modelId="{7B3737D5-4AF1-46EC-A7F4-C9CAD5BB0EDD}" type="parTrans" cxnId="{B921B9A2-10CE-46DD-BFB7-A9AB860D91EC}">
      <dgm:prSet/>
      <dgm:spPr/>
      <dgm:t>
        <a:bodyPr/>
        <a:lstStyle/>
        <a:p>
          <a:endParaRPr lang="en-US"/>
        </a:p>
      </dgm:t>
    </dgm:pt>
    <dgm:pt modelId="{45F90C7F-4B7B-427F-9102-633AB859F17E}" type="sibTrans" cxnId="{B921B9A2-10CE-46DD-BFB7-A9AB860D91EC}">
      <dgm:prSet/>
      <dgm:spPr/>
      <dgm:t>
        <a:bodyPr/>
        <a:lstStyle/>
        <a:p>
          <a:endParaRPr lang="en-US"/>
        </a:p>
      </dgm:t>
    </dgm:pt>
    <dgm:pt modelId="{A661112B-9CF9-4971-8FF7-9A87F56EEF92}">
      <dgm:prSet/>
      <dgm:spPr/>
      <dgm:t>
        <a:bodyPr/>
        <a:lstStyle/>
        <a:p>
          <a:r>
            <a:rPr kumimoji="1" lang="ko-KR"/>
            <a:t>패치에 작업을 요청할 수도 있음</a:t>
          </a:r>
          <a:endParaRPr lang="en-US"/>
        </a:p>
      </dgm:t>
    </dgm:pt>
    <dgm:pt modelId="{53148AE0-34A0-48E1-8C81-A603362B9E58}" type="parTrans" cxnId="{C45AFC6F-F7E7-4A28-8308-FEFE8BA276DE}">
      <dgm:prSet/>
      <dgm:spPr/>
      <dgm:t>
        <a:bodyPr/>
        <a:lstStyle/>
        <a:p>
          <a:endParaRPr lang="en-US"/>
        </a:p>
      </dgm:t>
    </dgm:pt>
    <dgm:pt modelId="{E71A3387-F1AD-4B14-A1DF-1AA76875C6F0}" type="sibTrans" cxnId="{C45AFC6F-F7E7-4A28-8308-FEFE8BA276DE}">
      <dgm:prSet/>
      <dgm:spPr/>
      <dgm:t>
        <a:bodyPr/>
        <a:lstStyle/>
        <a:p>
          <a:endParaRPr lang="en-US"/>
        </a:p>
      </dgm:t>
    </dgm:pt>
    <dgm:pt modelId="{37EEF7ED-6046-4C43-92AB-34FFE30BFA05}">
      <dgm:prSet/>
      <dgm:spPr/>
      <dgm:t>
        <a:bodyPr/>
        <a:lstStyle/>
        <a:p>
          <a:r>
            <a:rPr kumimoji="1" lang="ko-KR"/>
            <a:t>옵저버는 월드를 제어하는 특이한 에이전트</a:t>
          </a:r>
          <a:endParaRPr lang="en-US"/>
        </a:p>
      </dgm:t>
    </dgm:pt>
    <dgm:pt modelId="{AF100568-0707-4A63-9DA8-4508476FF9DA}" type="parTrans" cxnId="{33CFC8F6-EDDA-4803-BD96-3D9718C5ACB5}">
      <dgm:prSet/>
      <dgm:spPr/>
      <dgm:t>
        <a:bodyPr/>
        <a:lstStyle/>
        <a:p>
          <a:endParaRPr lang="en-US"/>
        </a:p>
      </dgm:t>
    </dgm:pt>
    <dgm:pt modelId="{02596F3E-1EB1-4C8E-A489-0A2EF93F3FF3}" type="sibTrans" cxnId="{33CFC8F6-EDDA-4803-BD96-3D9718C5ACB5}">
      <dgm:prSet/>
      <dgm:spPr/>
      <dgm:t>
        <a:bodyPr/>
        <a:lstStyle/>
        <a:p>
          <a:endParaRPr lang="en-US"/>
        </a:p>
      </dgm:t>
    </dgm:pt>
    <dgm:pt modelId="{1FB9F546-A3E6-44C1-BE1F-FFFF571AA7CA}">
      <dgm:prSet/>
      <dgm:spPr/>
      <dgm:t>
        <a:bodyPr/>
        <a:lstStyle/>
        <a:p>
          <a:r>
            <a:rPr kumimoji="1" lang="ko-KR"/>
            <a:t>모든 버튼 핸들러는 옵저버 모드에서 실행됩니다</a:t>
          </a:r>
          <a:r>
            <a:rPr kumimoji="1" lang="en-US"/>
            <a:t>.</a:t>
          </a:r>
          <a:endParaRPr lang="en-US"/>
        </a:p>
      </dgm:t>
    </dgm:pt>
    <dgm:pt modelId="{26A6AD2F-1C2E-43C1-B3E8-94A2E5B7DCEB}" type="parTrans" cxnId="{F60CBE60-1EDB-4036-BA1F-53FED415B5E7}">
      <dgm:prSet/>
      <dgm:spPr/>
      <dgm:t>
        <a:bodyPr/>
        <a:lstStyle/>
        <a:p>
          <a:endParaRPr lang="en-US"/>
        </a:p>
      </dgm:t>
    </dgm:pt>
    <dgm:pt modelId="{AEF78C07-1858-420C-9AA4-8481C7729004}" type="sibTrans" cxnId="{F60CBE60-1EDB-4036-BA1F-53FED415B5E7}">
      <dgm:prSet/>
      <dgm:spPr/>
      <dgm:t>
        <a:bodyPr/>
        <a:lstStyle/>
        <a:p>
          <a:endParaRPr lang="en-US"/>
        </a:p>
      </dgm:t>
    </dgm:pt>
    <dgm:pt modelId="{AB87E0D3-24E5-4E90-BBF6-B2B156EC8B08}">
      <dgm:prSet/>
      <dgm:spPr/>
      <dgm:t>
        <a:bodyPr/>
        <a:lstStyle/>
        <a:p>
          <a:r>
            <a:rPr kumimoji="1" lang="ko-KR"/>
            <a:t>멀티 에이전트 환경의 장점은 코드가 모든 에이전트에서 동시에 병렬로 실행된다는 것</a:t>
          </a:r>
          <a:endParaRPr lang="en-US"/>
        </a:p>
      </dgm:t>
    </dgm:pt>
    <dgm:pt modelId="{0F6674B8-066E-48DB-AA0F-600B1C7ADADB}" type="parTrans" cxnId="{2D27449E-985F-4609-A5B7-589FB4BF3F2A}">
      <dgm:prSet/>
      <dgm:spPr/>
      <dgm:t>
        <a:bodyPr/>
        <a:lstStyle/>
        <a:p>
          <a:endParaRPr lang="en-US"/>
        </a:p>
      </dgm:t>
    </dgm:pt>
    <dgm:pt modelId="{0F3B3683-F610-4ECA-A3F8-683DC29A6B85}" type="sibTrans" cxnId="{2D27449E-985F-4609-A5B7-589FB4BF3F2A}">
      <dgm:prSet/>
      <dgm:spPr/>
      <dgm:t>
        <a:bodyPr/>
        <a:lstStyle/>
        <a:p>
          <a:endParaRPr lang="en-US"/>
        </a:p>
      </dgm:t>
    </dgm:pt>
    <dgm:pt modelId="{BD6ABB6E-93C5-4E16-86E5-E0A70AE61227}">
      <dgm:prSet/>
      <dgm:spPr/>
      <dgm:t>
        <a:bodyPr/>
        <a:lstStyle/>
        <a:p>
          <a:r>
            <a:rPr kumimoji="1" lang="ko-KR"/>
            <a:t>따라서 코드를 작성하고 개별 에이전트의 동작을 프로그래밍하면 시뮬레이션 시스템 전체의 복잡한 동작을 만들 수 있음</a:t>
          </a:r>
          <a:endParaRPr lang="en-US"/>
        </a:p>
      </dgm:t>
    </dgm:pt>
    <dgm:pt modelId="{1924AAF9-C546-4411-BDCC-E0567DF63A09}" type="parTrans" cxnId="{4448337D-56AD-450B-A68E-AC47CB8DE8CE}">
      <dgm:prSet/>
      <dgm:spPr/>
      <dgm:t>
        <a:bodyPr/>
        <a:lstStyle/>
        <a:p>
          <a:endParaRPr lang="en-US"/>
        </a:p>
      </dgm:t>
    </dgm:pt>
    <dgm:pt modelId="{D14D0A6E-F2F0-4A9D-A9B4-835CCCC77656}" type="sibTrans" cxnId="{4448337D-56AD-450B-A68E-AC47CB8DE8CE}">
      <dgm:prSet/>
      <dgm:spPr/>
      <dgm:t>
        <a:bodyPr/>
        <a:lstStyle/>
        <a:p>
          <a:endParaRPr lang="en-US"/>
        </a:p>
      </dgm:t>
    </dgm:pt>
    <dgm:pt modelId="{399F1BE9-0476-4B40-828F-BDE70E35F57D}" type="pres">
      <dgm:prSet presAssocID="{A3284D1B-F49D-4F17-818F-FADC472ACB96}" presName="linear" presStyleCnt="0">
        <dgm:presLayoutVars>
          <dgm:animLvl val="lvl"/>
          <dgm:resizeHandles val="exact"/>
        </dgm:presLayoutVars>
      </dgm:prSet>
      <dgm:spPr/>
    </dgm:pt>
    <dgm:pt modelId="{87C9AE68-2B31-7446-992B-116EB5C07929}" type="pres">
      <dgm:prSet presAssocID="{9132E849-C30A-41F9-AE79-DF487395A7A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E42A764-C10C-6D4C-AB82-2EC4CBF9A13E}" type="pres">
      <dgm:prSet presAssocID="{F7B3B749-D3DF-4384-BD1D-807BA91FC439}" presName="spacer" presStyleCnt="0"/>
      <dgm:spPr/>
    </dgm:pt>
    <dgm:pt modelId="{17B30DC6-58EF-CF41-BBCD-C2BC563F1D81}" type="pres">
      <dgm:prSet presAssocID="{60AB2351-85A7-4A5B-A253-DCEF953834D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9BEC1D0-6295-9B4E-8A72-DCB0FCD48460}" type="pres">
      <dgm:prSet presAssocID="{60AB2351-85A7-4A5B-A253-DCEF953834DE}" presName="childText" presStyleLbl="revTx" presStyleIdx="0" presStyleCnt="3">
        <dgm:presLayoutVars>
          <dgm:bulletEnabled val="1"/>
        </dgm:presLayoutVars>
      </dgm:prSet>
      <dgm:spPr/>
    </dgm:pt>
    <dgm:pt modelId="{BC216101-7C74-854A-980F-FC91EBA6AC13}" type="pres">
      <dgm:prSet presAssocID="{37EEF7ED-6046-4C43-92AB-34FFE30BFA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A87452-30C6-8E4E-BFE0-061111C92BBD}" type="pres">
      <dgm:prSet presAssocID="{37EEF7ED-6046-4C43-92AB-34FFE30BFA05}" presName="childText" presStyleLbl="revTx" presStyleIdx="1" presStyleCnt="3">
        <dgm:presLayoutVars>
          <dgm:bulletEnabled val="1"/>
        </dgm:presLayoutVars>
      </dgm:prSet>
      <dgm:spPr/>
    </dgm:pt>
    <dgm:pt modelId="{B71590D2-E3BD-174C-BC64-BEA4C63A2DE8}" type="pres">
      <dgm:prSet presAssocID="{AB87E0D3-24E5-4E90-BBF6-B2B156EC8B0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E44BF99-ACC4-A64E-9F32-83B4D1CB521D}" type="pres">
      <dgm:prSet presAssocID="{AB87E0D3-24E5-4E90-BBF6-B2B156EC8B0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A35AC37-50D5-F441-95A7-21A2AA78214B}" type="presOf" srcId="{9132E849-C30A-41F9-AE79-DF487395A7A2}" destId="{87C9AE68-2B31-7446-992B-116EB5C07929}" srcOrd="0" destOrd="0" presId="urn:microsoft.com/office/officeart/2005/8/layout/vList2"/>
    <dgm:cxn modelId="{53282240-DC2E-469D-9FE7-B38799A00862}" srcId="{A3284D1B-F49D-4F17-818F-FADC472ACB96}" destId="{60AB2351-85A7-4A5B-A253-DCEF953834DE}" srcOrd="1" destOrd="0" parTransId="{B4511FE8-80F5-4D57-BB65-0550E3F34908}" sibTransId="{236168D4-8B41-4D03-AC8E-F78A81DE3860}"/>
    <dgm:cxn modelId="{85263948-4725-184D-92EF-B3B7C664150F}" type="presOf" srcId="{23BCC389-5C57-49D0-AD6D-A7FB05F54C77}" destId="{19BEC1D0-6295-9B4E-8A72-DCB0FCD48460}" srcOrd="0" destOrd="0" presId="urn:microsoft.com/office/officeart/2005/8/layout/vList2"/>
    <dgm:cxn modelId="{7AD4D64E-6292-D943-A79B-6741D05A5AA1}" type="presOf" srcId="{AB87E0D3-24E5-4E90-BBF6-B2B156EC8B08}" destId="{B71590D2-E3BD-174C-BC64-BEA4C63A2DE8}" srcOrd="0" destOrd="0" presId="urn:microsoft.com/office/officeart/2005/8/layout/vList2"/>
    <dgm:cxn modelId="{45F1BD56-DB22-1E43-9583-38FF069BD0A6}" type="presOf" srcId="{37EEF7ED-6046-4C43-92AB-34FFE30BFA05}" destId="{BC216101-7C74-854A-980F-FC91EBA6AC13}" srcOrd="0" destOrd="0" presId="urn:microsoft.com/office/officeart/2005/8/layout/vList2"/>
    <dgm:cxn modelId="{F60CBE60-1EDB-4036-BA1F-53FED415B5E7}" srcId="{37EEF7ED-6046-4C43-92AB-34FFE30BFA05}" destId="{1FB9F546-A3E6-44C1-BE1F-FFFF571AA7CA}" srcOrd="0" destOrd="0" parTransId="{26A6AD2F-1C2E-43C1-B3E8-94A2E5B7DCEB}" sibTransId="{AEF78C07-1858-420C-9AA4-8481C7729004}"/>
    <dgm:cxn modelId="{EB85F067-BB8E-4583-B7A0-CDF7297EEFE5}" srcId="{A3284D1B-F49D-4F17-818F-FADC472ACB96}" destId="{9132E849-C30A-41F9-AE79-DF487395A7A2}" srcOrd="0" destOrd="0" parTransId="{14328BD5-6C5D-4B7E-9932-724C0B4F7FB3}" sibTransId="{F7B3B749-D3DF-4384-BD1D-807BA91FC439}"/>
    <dgm:cxn modelId="{C45AFC6F-F7E7-4A28-8308-FEFE8BA276DE}" srcId="{60AB2351-85A7-4A5B-A253-DCEF953834DE}" destId="{A661112B-9CF9-4971-8FF7-9A87F56EEF92}" srcOrd="1" destOrd="0" parTransId="{53148AE0-34A0-48E1-8C81-A603362B9E58}" sibTransId="{E71A3387-F1AD-4B14-A1DF-1AA76875C6F0}"/>
    <dgm:cxn modelId="{4448337D-56AD-450B-A68E-AC47CB8DE8CE}" srcId="{AB87E0D3-24E5-4E90-BBF6-B2B156EC8B08}" destId="{BD6ABB6E-93C5-4E16-86E5-E0A70AE61227}" srcOrd="0" destOrd="0" parTransId="{1924AAF9-C546-4411-BDCC-E0567DF63A09}" sibTransId="{D14D0A6E-F2F0-4A9D-A9B4-835CCCC77656}"/>
    <dgm:cxn modelId="{2D27449E-985F-4609-A5B7-589FB4BF3F2A}" srcId="{A3284D1B-F49D-4F17-818F-FADC472ACB96}" destId="{AB87E0D3-24E5-4E90-BBF6-B2B156EC8B08}" srcOrd="3" destOrd="0" parTransId="{0F6674B8-066E-48DB-AA0F-600B1C7ADADB}" sibTransId="{0F3B3683-F610-4ECA-A3F8-683DC29A6B85}"/>
    <dgm:cxn modelId="{B921B9A2-10CE-46DD-BFB7-A9AB860D91EC}" srcId="{60AB2351-85A7-4A5B-A253-DCEF953834DE}" destId="{23BCC389-5C57-49D0-AD6D-A7FB05F54C77}" srcOrd="0" destOrd="0" parTransId="{7B3737D5-4AF1-46EC-A7F4-C9CAD5BB0EDD}" sibTransId="{45F90C7F-4B7B-427F-9102-633AB859F17E}"/>
    <dgm:cxn modelId="{FA06C7A3-DAA4-BE41-828C-1B6015FC834D}" type="presOf" srcId="{A661112B-9CF9-4971-8FF7-9A87F56EEF92}" destId="{19BEC1D0-6295-9B4E-8A72-DCB0FCD48460}" srcOrd="0" destOrd="1" presId="urn:microsoft.com/office/officeart/2005/8/layout/vList2"/>
    <dgm:cxn modelId="{FF927CBC-2122-2647-B553-528262A9993A}" type="presOf" srcId="{60AB2351-85A7-4A5B-A253-DCEF953834DE}" destId="{17B30DC6-58EF-CF41-BBCD-C2BC563F1D81}" srcOrd="0" destOrd="0" presId="urn:microsoft.com/office/officeart/2005/8/layout/vList2"/>
    <dgm:cxn modelId="{4C5BF7BF-7C81-7241-93DB-04E2146E32BF}" type="presOf" srcId="{BD6ABB6E-93C5-4E16-86E5-E0A70AE61227}" destId="{5E44BF99-ACC4-A64E-9F32-83B4D1CB521D}" srcOrd="0" destOrd="0" presId="urn:microsoft.com/office/officeart/2005/8/layout/vList2"/>
    <dgm:cxn modelId="{36AD78C0-CCF5-9944-ABFD-97B86D90660C}" type="presOf" srcId="{1FB9F546-A3E6-44C1-BE1F-FFFF571AA7CA}" destId="{27A87452-30C6-8E4E-BFE0-061111C92BBD}" srcOrd="0" destOrd="0" presId="urn:microsoft.com/office/officeart/2005/8/layout/vList2"/>
    <dgm:cxn modelId="{F437ACC4-AFE0-8E4C-9F90-C6A26A244B56}" type="presOf" srcId="{A3284D1B-F49D-4F17-818F-FADC472ACB96}" destId="{399F1BE9-0476-4B40-828F-BDE70E35F57D}" srcOrd="0" destOrd="0" presId="urn:microsoft.com/office/officeart/2005/8/layout/vList2"/>
    <dgm:cxn modelId="{33CFC8F6-EDDA-4803-BD96-3D9718C5ACB5}" srcId="{A3284D1B-F49D-4F17-818F-FADC472ACB96}" destId="{37EEF7ED-6046-4C43-92AB-34FFE30BFA05}" srcOrd="2" destOrd="0" parTransId="{AF100568-0707-4A63-9DA8-4508476FF9DA}" sibTransId="{02596F3E-1EB1-4C8E-A489-0A2EF93F3FF3}"/>
    <dgm:cxn modelId="{5FADD4EC-A41E-ED44-B751-27B14A47BFB5}" type="presParOf" srcId="{399F1BE9-0476-4B40-828F-BDE70E35F57D}" destId="{87C9AE68-2B31-7446-992B-116EB5C07929}" srcOrd="0" destOrd="0" presId="urn:microsoft.com/office/officeart/2005/8/layout/vList2"/>
    <dgm:cxn modelId="{2FB3764D-FF7E-6345-81C0-C5EE68785BEB}" type="presParOf" srcId="{399F1BE9-0476-4B40-828F-BDE70E35F57D}" destId="{3E42A764-C10C-6D4C-AB82-2EC4CBF9A13E}" srcOrd="1" destOrd="0" presId="urn:microsoft.com/office/officeart/2005/8/layout/vList2"/>
    <dgm:cxn modelId="{31884D9E-76FF-4A48-8920-3CB20D1B966C}" type="presParOf" srcId="{399F1BE9-0476-4B40-828F-BDE70E35F57D}" destId="{17B30DC6-58EF-CF41-BBCD-C2BC563F1D81}" srcOrd="2" destOrd="0" presId="urn:microsoft.com/office/officeart/2005/8/layout/vList2"/>
    <dgm:cxn modelId="{921B7A2A-FC9B-F54B-85CE-CB66FC7E6F31}" type="presParOf" srcId="{399F1BE9-0476-4B40-828F-BDE70E35F57D}" destId="{19BEC1D0-6295-9B4E-8A72-DCB0FCD48460}" srcOrd="3" destOrd="0" presId="urn:microsoft.com/office/officeart/2005/8/layout/vList2"/>
    <dgm:cxn modelId="{4AFEE0DE-1846-134C-BB8D-9905FC48AC13}" type="presParOf" srcId="{399F1BE9-0476-4B40-828F-BDE70E35F57D}" destId="{BC216101-7C74-854A-980F-FC91EBA6AC13}" srcOrd="4" destOrd="0" presId="urn:microsoft.com/office/officeart/2005/8/layout/vList2"/>
    <dgm:cxn modelId="{B0687A16-244C-EA4E-99CF-E65A944B8678}" type="presParOf" srcId="{399F1BE9-0476-4B40-828F-BDE70E35F57D}" destId="{27A87452-30C6-8E4E-BFE0-061111C92BBD}" srcOrd="5" destOrd="0" presId="urn:microsoft.com/office/officeart/2005/8/layout/vList2"/>
    <dgm:cxn modelId="{BF9C5C29-CBAC-8D43-97A5-857F260A505B}" type="presParOf" srcId="{399F1BE9-0476-4B40-828F-BDE70E35F57D}" destId="{B71590D2-E3BD-174C-BC64-BEA4C63A2DE8}" srcOrd="6" destOrd="0" presId="urn:microsoft.com/office/officeart/2005/8/layout/vList2"/>
    <dgm:cxn modelId="{F0A41E01-D18A-BA43-B79C-82D31966A94F}" type="presParOf" srcId="{399F1BE9-0476-4B40-828F-BDE70E35F57D}" destId="{5E44BF99-ACC4-A64E-9F32-83B4D1CB521D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7752DD-CFE7-4758-82CD-CE73EF38C6E5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713D1AE-E577-4423-8BA5-569B82C166C7}">
      <dgm:prSet/>
      <dgm:spPr/>
      <dgm:t>
        <a:bodyPr/>
        <a:lstStyle/>
        <a:p>
          <a:r>
            <a:rPr kumimoji="1" lang="ko-KR"/>
            <a:t>다중 에이전트 동작의 예</a:t>
          </a:r>
          <a:endParaRPr lang="en-US"/>
        </a:p>
      </dgm:t>
    </dgm:pt>
    <dgm:pt modelId="{9A4C0102-FCEC-4FFE-822F-D940CF398000}" type="parTrans" cxnId="{78476674-3B77-4F22-BE47-863F3FB47228}">
      <dgm:prSet/>
      <dgm:spPr/>
      <dgm:t>
        <a:bodyPr/>
        <a:lstStyle/>
        <a:p>
          <a:endParaRPr lang="en-US"/>
        </a:p>
      </dgm:t>
    </dgm:pt>
    <dgm:pt modelId="{DA16C5E3-41A2-4978-BA9B-8771B3C6A33C}" type="sibTrans" cxnId="{78476674-3B77-4F22-BE47-863F3FB47228}">
      <dgm:prSet/>
      <dgm:spPr/>
      <dgm:t>
        <a:bodyPr/>
        <a:lstStyle/>
        <a:p>
          <a:endParaRPr lang="en-US"/>
        </a:p>
      </dgm:t>
    </dgm:pt>
    <dgm:pt modelId="{44C56611-916B-40EA-B8EC-03573CFE23DA}">
      <dgm:prSet/>
      <dgm:spPr/>
      <dgm:t>
        <a:bodyPr/>
        <a:lstStyle/>
        <a:p>
          <a:r>
            <a:rPr kumimoji="1" lang="ko-KR"/>
            <a:t>군집 행동은 새 떼가 날아다니는 것과 매우 유사한 복잡한 패턴</a:t>
          </a:r>
          <a:endParaRPr lang="en-US"/>
        </a:p>
      </dgm:t>
    </dgm:pt>
    <dgm:pt modelId="{A37A4E39-D595-4F5D-8A92-E6032286A4B6}" type="parTrans" cxnId="{260C40BE-F682-42E4-A834-DFCD4A594463}">
      <dgm:prSet/>
      <dgm:spPr/>
      <dgm:t>
        <a:bodyPr/>
        <a:lstStyle/>
        <a:p>
          <a:endParaRPr lang="en-US"/>
        </a:p>
      </dgm:t>
    </dgm:pt>
    <dgm:pt modelId="{81604EC2-5CB1-4020-ACDF-24F046C21ADB}" type="sibTrans" cxnId="{260C40BE-F682-42E4-A834-DFCD4A594463}">
      <dgm:prSet/>
      <dgm:spPr/>
      <dgm:t>
        <a:bodyPr/>
        <a:lstStyle/>
        <a:p>
          <a:endParaRPr lang="en-US"/>
        </a:p>
      </dgm:t>
    </dgm:pt>
    <dgm:pt modelId="{299DEC9D-48DC-4917-8813-2716165DFC26}">
      <dgm:prSet/>
      <dgm:spPr/>
      <dgm:t>
        <a:bodyPr/>
        <a:lstStyle/>
        <a:p>
          <a:r>
            <a:rPr kumimoji="1" lang="ko-KR"/>
            <a:t>새들이 날아다니는 것을 보면 일종의 집단 알고리즘을 따르거나 일종의 집단 지성을 가지고 있다고 생각할 수 있음</a:t>
          </a:r>
          <a:endParaRPr lang="en-US"/>
        </a:p>
      </dgm:t>
    </dgm:pt>
    <dgm:pt modelId="{22494FBE-12C1-4EB2-A868-E18BD9E17342}" type="parTrans" cxnId="{9E899DDA-E7EA-4558-A23F-0E0695E03525}">
      <dgm:prSet/>
      <dgm:spPr/>
      <dgm:t>
        <a:bodyPr/>
        <a:lstStyle/>
        <a:p>
          <a:endParaRPr lang="en-US"/>
        </a:p>
      </dgm:t>
    </dgm:pt>
    <dgm:pt modelId="{2CCEE2CB-0B83-42BD-9605-666BBDF9EE85}" type="sibTrans" cxnId="{9E899DDA-E7EA-4558-A23F-0E0695E03525}">
      <dgm:prSet/>
      <dgm:spPr/>
      <dgm:t>
        <a:bodyPr/>
        <a:lstStyle/>
        <a:p>
          <a:endParaRPr lang="en-US"/>
        </a:p>
      </dgm:t>
    </dgm:pt>
    <dgm:pt modelId="{AEFB8008-BD30-B54F-931E-636A2D760E7C}" type="pres">
      <dgm:prSet presAssocID="{657752DD-CFE7-4758-82CD-CE73EF38C6E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7C7BDD8-77DB-8947-85A8-2FD60F4F4527}" type="pres">
      <dgm:prSet presAssocID="{4713D1AE-E577-4423-8BA5-569B82C166C7}" presName="root" presStyleCnt="0"/>
      <dgm:spPr/>
    </dgm:pt>
    <dgm:pt modelId="{39C45092-6357-B449-84CD-9456BBDCEB8C}" type="pres">
      <dgm:prSet presAssocID="{4713D1AE-E577-4423-8BA5-569B82C166C7}" presName="rootComposite" presStyleCnt="0"/>
      <dgm:spPr/>
    </dgm:pt>
    <dgm:pt modelId="{3AF5DE0A-27F6-4D4E-A085-85D9C0996875}" type="pres">
      <dgm:prSet presAssocID="{4713D1AE-E577-4423-8BA5-569B82C166C7}" presName="rootText" presStyleLbl="node1" presStyleIdx="0" presStyleCnt="2"/>
      <dgm:spPr/>
    </dgm:pt>
    <dgm:pt modelId="{DB1A0C15-AFC2-3A49-81DA-CE6320FE5189}" type="pres">
      <dgm:prSet presAssocID="{4713D1AE-E577-4423-8BA5-569B82C166C7}" presName="rootConnector" presStyleLbl="node1" presStyleIdx="0" presStyleCnt="2"/>
      <dgm:spPr/>
    </dgm:pt>
    <dgm:pt modelId="{7EC467A0-EFD9-E94D-8D32-29CD17636D64}" type="pres">
      <dgm:prSet presAssocID="{4713D1AE-E577-4423-8BA5-569B82C166C7}" presName="childShape" presStyleCnt="0"/>
      <dgm:spPr/>
    </dgm:pt>
    <dgm:pt modelId="{F2E488AD-2BDC-4349-878B-A0C1CED4115B}" type="pres">
      <dgm:prSet presAssocID="{44C56611-916B-40EA-B8EC-03573CFE23DA}" presName="root" presStyleCnt="0"/>
      <dgm:spPr/>
    </dgm:pt>
    <dgm:pt modelId="{70AFEBFD-53F1-E642-B092-924556CCFED5}" type="pres">
      <dgm:prSet presAssocID="{44C56611-916B-40EA-B8EC-03573CFE23DA}" presName="rootComposite" presStyleCnt="0"/>
      <dgm:spPr/>
    </dgm:pt>
    <dgm:pt modelId="{08FB27B7-1073-AF4F-BF16-9FD9AD6A8820}" type="pres">
      <dgm:prSet presAssocID="{44C56611-916B-40EA-B8EC-03573CFE23DA}" presName="rootText" presStyleLbl="node1" presStyleIdx="1" presStyleCnt="2"/>
      <dgm:spPr/>
    </dgm:pt>
    <dgm:pt modelId="{1683EF77-C6E4-D243-9959-10665B7CD3C7}" type="pres">
      <dgm:prSet presAssocID="{44C56611-916B-40EA-B8EC-03573CFE23DA}" presName="rootConnector" presStyleLbl="node1" presStyleIdx="1" presStyleCnt="2"/>
      <dgm:spPr/>
    </dgm:pt>
    <dgm:pt modelId="{F2D4B03E-D495-2848-95AD-F424BFD1AAAD}" type="pres">
      <dgm:prSet presAssocID="{44C56611-916B-40EA-B8EC-03573CFE23DA}" presName="childShape" presStyleCnt="0"/>
      <dgm:spPr/>
    </dgm:pt>
    <dgm:pt modelId="{F17ED883-DF17-D04E-80A3-CA20357197B5}" type="pres">
      <dgm:prSet presAssocID="{22494FBE-12C1-4EB2-A868-E18BD9E17342}" presName="Name13" presStyleLbl="parChTrans1D2" presStyleIdx="0" presStyleCnt="1"/>
      <dgm:spPr/>
    </dgm:pt>
    <dgm:pt modelId="{89735E19-3EE2-964C-9711-03AAF0EFC332}" type="pres">
      <dgm:prSet presAssocID="{299DEC9D-48DC-4917-8813-2716165DFC26}" presName="childText" presStyleLbl="bgAcc1" presStyleIdx="0" presStyleCnt="1">
        <dgm:presLayoutVars>
          <dgm:bulletEnabled val="1"/>
        </dgm:presLayoutVars>
      </dgm:prSet>
      <dgm:spPr/>
    </dgm:pt>
  </dgm:ptLst>
  <dgm:cxnLst>
    <dgm:cxn modelId="{3D8C7E0A-8D61-5745-B592-602ED48674F0}" type="presOf" srcId="{4713D1AE-E577-4423-8BA5-569B82C166C7}" destId="{DB1A0C15-AFC2-3A49-81DA-CE6320FE5189}" srcOrd="1" destOrd="0" presId="urn:microsoft.com/office/officeart/2005/8/layout/hierarchy3"/>
    <dgm:cxn modelId="{465B2126-7E5D-AE43-8598-251AE8684CAC}" type="presOf" srcId="{22494FBE-12C1-4EB2-A868-E18BD9E17342}" destId="{F17ED883-DF17-D04E-80A3-CA20357197B5}" srcOrd="0" destOrd="0" presId="urn:microsoft.com/office/officeart/2005/8/layout/hierarchy3"/>
    <dgm:cxn modelId="{6663F736-6ADC-184B-9F1A-002E229F2DB9}" type="presOf" srcId="{4713D1AE-E577-4423-8BA5-569B82C166C7}" destId="{3AF5DE0A-27F6-4D4E-A085-85D9C0996875}" srcOrd="0" destOrd="0" presId="urn:microsoft.com/office/officeart/2005/8/layout/hierarchy3"/>
    <dgm:cxn modelId="{78476674-3B77-4F22-BE47-863F3FB47228}" srcId="{657752DD-CFE7-4758-82CD-CE73EF38C6E5}" destId="{4713D1AE-E577-4423-8BA5-569B82C166C7}" srcOrd="0" destOrd="0" parTransId="{9A4C0102-FCEC-4FFE-822F-D940CF398000}" sibTransId="{DA16C5E3-41A2-4978-BA9B-8771B3C6A33C}"/>
    <dgm:cxn modelId="{260C40BE-F682-42E4-A834-DFCD4A594463}" srcId="{657752DD-CFE7-4758-82CD-CE73EF38C6E5}" destId="{44C56611-916B-40EA-B8EC-03573CFE23DA}" srcOrd="1" destOrd="0" parTransId="{A37A4E39-D595-4F5D-8A92-E6032286A4B6}" sibTransId="{81604EC2-5CB1-4020-ACDF-24F046C21ADB}"/>
    <dgm:cxn modelId="{A55BAABE-CA06-CE41-B2B3-80DEF50FC3FE}" type="presOf" srcId="{44C56611-916B-40EA-B8EC-03573CFE23DA}" destId="{1683EF77-C6E4-D243-9959-10665B7CD3C7}" srcOrd="1" destOrd="0" presId="urn:microsoft.com/office/officeart/2005/8/layout/hierarchy3"/>
    <dgm:cxn modelId="{A87F7FD4-830E-E643-99A8-41E6EFF5E244}" type="presOf" srcId="{657752DD-CFE7-4758-82CD-CE73EF38C6E5}" destId="{AEFB8008-BD30-B54F-931E-636A2D760E7C}" srcOrd="0" destOrd="0" presId="urn:microsoft.com/office/officeart/2005/8/layout/hierarchy3"/>
    <dgm:cxn modelId="{9E899DDA-E7EA-4558-A23F-0E0695E03525}" srcId="{44C56611-916B-40EA-B8EC-03573CFE23DA}" destId="{299DEC9D-48DC-4917-8813-2716165DFC26}" srcOrd="0" destOrd="0" parTransId="{22494FBE-12C1-4EB2-A868-E18BD9E17342}" sibTransId="{2CCEE2CB-0B83-42BD-9605-666BBDF9EE85}"/>
    <dgm:cxn modelId="{02E110E3-C1B2-5043-B95B-FF4A16923D48}" type="presOf" srcId="{299DEC9D-48DC-4917-8813-2716165DFC26}" destId="{89735E19-3EE2-964C-9711-03AAF0EFC332}" srcOrd="0" destOrd="0" presId="urn:microsoft.com/office/officeart/2005/8/layout/hierarchy3"/>
    <dgm:cxn modelId="{40E6FBE6-315C-9949-8C45-BF16672A7A32}" type="presOf" srcId="{44C56611-916B-40EA-B8EC-03573CFE23DA}" destId="{08FB27B7-1073-AF4F-BF16-9FD9AD6A8820}" srcOrd="0" destOrd="0" presId="urn:microsoft.com/office/officeart/2005/8/layout/hierarchy3"/>
    <dgm:cxn modelId="{3D3FF6C3-A0D2-BB47-8884-457E20870B6B}" type="presParOf" srcId="{AEFB8008-BD30-B54F-931E-636A2D760E7C}" destId="{47C7BDD8-77DB-8947-85A8-2FD60F4F4527}" srcOrd="0" destOrd="0" presId="urn:microsoft.com/office/officeart/2005/8/layout/hierarchy3"/>
    <dgm:cxn modelId="{63F6824C-A1C6-9544-8DF9-4875BDED2AEC}" type="presParOf" srcId="{47C7BDD8-77DB-8947-85A8-2FD60F4F4527}" destId="{39C45092-6357-B449-84CD-9456BBDCEB8C}" srcOrd="0" destOrd="0" presId="urn:microsoft.com/office/officeart/2005/8/layout/hierarchy3"/>
    <dgm:cxn modelId="{5B92CCB6-1348-B041-8B9B-3D4506924BAF}" type="presParOf" srcId="{39C45092-6357-B449-84CD-9456BBDCEB8C}" destId="{3AF5DE0A-27F6-4D4E-A085-85D9C0996875}" srcOrd="0" destOrd="0" presId="urn:microsoft.com/office/officeart/2005/8/layout/hierarchy3"/>
    <dgm:cxn modelId="{A595B1D2-9690-654E-A44C-7DE783B775A9}" type="presParOf" srcId="{39C45092-6357-B449-84CD-9456BBDCEB8C}" destId="{DB1A0C15-AFC2-3A49-81DA-CE6320FE5189}" srcOrd="1" destOrd="0" presId="urn:microsoft.com/office/officeart/2005/8/layout/hierarchy3"/>
    <dgm:cxn modelId="{317B80AD-C43C-FF43-AD0E-3ADD0FF66D40}" type="presParOf" srcId="{47C7BDD8-77DB-8947-85A8-2FD60F4F4527}" destId="{7EC467A0-EFD9-E94D-8D32-29CD17636D64}" srcOrd="1" destOrd="0" presId="urn:microsoft.com/office/officeart/2005/8/layout/hierarchy3"/>
    <dgm:cxn modelId="{69C9B79E-181C-DE4E-ACE6-3AEF545D9CCF}" type="presParOf" srcId="{AEFB8008-BD30-B54F-931E-636A2D760E7C}" destId="{F2E488AD-2BDC-4349-878B-A0C1CED4115B}" srcOrd="1" destOrd="0" presId="urn:microsoft.com/office/officeart/2005/8/layout/hierarchy3"/>
    <dgm:cxn modelId="{08421C3F-D504-354F-AA6E-E25F0FFD7306}" type="presParOf" srcId="{F2E488AD-2BDC-4349-878B-A0C1CED4115B}" destId="{70AFEBFD-53F1-E642-B092-924556CCFED5}" srcOrd="0" destOrd="0" presId="urn:microsoft.com/office/officeart/2005/8/layout/hierarchy3"/>
    <dgm:cxn modelId="{6FD53CD3-95C4-3948-A7EA-F3ECAA9D8A73}" type="presParOf" srcId="{70AFEBFD-53F1-E642-B092-924556CCFED5}" destId="{08FB27B7-1073-AF4F-BF16-9FD9AD6A8820}" srcOrd="0" destOrd="0" presId="urn:microsoft.com/office/officeart/2005/8/layout/hierarchy3"/>
    <dgm:cxn modelId="{034A3841-379C-B246-9AB2-5EB385FE5B85}" type="presParOf" srcId="{70AFEBFD-53F1-E642-B092-924556CCFED5}" destId="{1683EF77-C6E4-D243-9959-10665B7CD3C7}" srcOrd="1" destOrd="0" presId="urn:microsoft.com/office/officeart/2005/8/layout/hierarchy3"/>
    <dgm:cxn modelId="{4854CB6C-1796-0342-8DA3-D586EE49B372}" type="presParOf" srcId="{F2E488AD-2BDC-4349-878B-A0C1CED4115B}" destId="{F2D4B03E-D495-2848-95AD-F424BFD1AAAD}" srcOrd="1" destOrd="0" presId="urn:microsoft.com/office/officeart/2005/8/layout/hierarchy3"/>
    <dgm:cxn modelId="{A40F3225-BC47-5B4F-AC25-860FD6BECB6A}" type="presParOf" srcId="{F2D4B03E-D495-2848-95AD-F424BFD1AAAD}" destId="{F17ED883-DF17-D04E-80A3-CA20357197B5}" srcOrd="0" destOrd="0" presId="urn:microsoft.com/office/officeart/2005/8/layout/hierarchy3"/>
    <dgm:cxn modelId="{A29BE76B-8673-3E4D-B1EB-E27C0ABCC451}" type="presParOf" srcId="{F2D4B03E-D495-2848-95AD-F424BFD1AAAD}" destId="{89735E19-3EE2-964C-9711-03AAF0EFC332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58E1CD-40DE-4C55-BD17-E6A5961E4B2B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2BC6ED-7074-4E08-A585-CAA8FAEB5AA8}">
      <dgm:prSet/>
      <dgm:spPr/>
      <dgm:t>
        <a:bodyPr/>
        <a:lstStyle/>
        <a:p>
          <a:r>
            <a:rPr kumimoji="1" lang="ko-KR"/>
            <a:t>무리 짓기 예제를 실행하고 동작을 관찰할 수 있음</a:t>
          </a:r>
          <a:endParaRPr lang="en-US"/>
        </a:p>
      </dgm:t>
    </dgm:pt>
    <dgm:pt modelId="{DDF5DC64-7AAF-46EF-82B6-FB346ED865DF}" type="parTrans" cxnId="{7AE99515-85E5-4B2D-A313-5F4C6549D4D6}">
      <dgm:prSet/>
      <dgm:spPr/>
      <dgm:t>
        <a:bodyPr/>
        <a:lstStyle/>
        <a:p>
          <a:endParaRPr lang="en-US"/>
        </a:p>
      </dgm:t>
    </dgm:pt>
    <dgm:pt modelId="{54E43282-E5F1-403B-A4B8-FD5DFB96467C}" type="sibTrans" cxnId="{7AE99515-85E5-4B2D-A313-5F4C6549D4D6}">
      <dgm:prSet/>
      <dgm:spPr/>
      <dgm:t>
        <a:bodyPr/>
        <a:lstStyle/>
        <a:p>
          <a:endParaRPr lang="en-US"/>
        </a:p>
      </dgm:t>
    </dgm:pt>
    <dgm:pt modelId="{F068C9E0-D0F9-4116-B42E-806FD2E41A05}">
      <dgm:prSet/>
      <dgm:spPr/>
      <dgm:t>
        <a:bodyPr/>
        <a:lstStyle/>
        <a:p>
          <a:r>
            <a:rPr kumimoji="1" lang="ko-KR"/>
            <a:t>각 새가 볼 수 있는 거리를 정의하는 분리 정도 또는 보기 범위와 같은 매개변수를 조정할 수도 있음</a:t>
          </a:r>
          <a:endParaRPr lang="en-US"/>
        </a:p>
      </dgm:t>
    </dgm:pt>
    <dgm:pt modelId="{8DBD597C-36FC-439D-A21D-C82A39D84DF2}" type="parTrans" cxnId="{055F8E55-FEE9-4D72-8A4D-97D5873330E1}">
      <dgm:prSet/>
      <dgm:spPr/>
      <dgm:t>
        <a:bodyPr/>
        <a:lstStyle/>
        <a:p>
          <a:endParaRPr lang="en-US"/>
        </a:p>
      </dgm:t>
    </dgm:pt>
    <dgm:pt modelId="{B7108EB6-4EDD-4437-8FF9-238CDB53EA48}" type="sibTrans" cxnId="{055F8E55-FEE9-4D72-8A4D-97D5873330E1}">
      <dgm:prSet/>
      <dgm:spPr/>
      <dgm:t>
        <a:bodyPr/>
        <a:lstStyle/>
        <a:p>
          <a:endParaRPr lang="en-US"/>
        </a:p>
      </dgm:t>
    </dgm:pt>
    <dgm:pt modelId="{F1820057-3052-456E-914D-FABAC52E79C9}">
      <dgm:prSet/>
      <dgm:spPr/>
      <dgm:t>
        <a:bodyPr/>
        <a:lstStyle/>
        <a:p>
          <a:r>
            <a:rPr kumimoji="1" lang="ko-KR"/>
            <a:t>시야 범위를 </a:t>
          </a:r>
          <a:r>
            <a:rPr kumimoji="1" lang="en-US"/>
            <a:t>0</a:t>
          </a:r>
          <a:r>
            <a:rPr kumimoji="1" lang="ko-KR"/>
            <a:t>으로 낮추면 모든 새가 앞을 볼 수 없게 되고 군집이 멈춤</a:t>
          </a:r>
          <a:endParaRPr lang="en-US"/>
        </a:p>
      </dgm:t>
    </dgm:pt>
    <dgm:pt modelId="{B9E4DC55-2326-4ACB-A3F7-8314EC935D7B}" type="parTrans" cxnId="{F30C95C4-5BD8-48E6-AB39-4BCDFB1CAC69}">
      <dgm:prSet/>
      <dgm:spPr/>
      <dgm:t>
        <a:bodyPr/>
        <a:lstStyle/>
        <a:p>
          <a:endParaRPr lang="en-US"/>
        </a:p>
      </dgm:t>
    </dgm:pt>
    <dgm:pt modelId="{F9F83A79-8F7F-498F-9652-A22ACC56D560}" type="sibTrans" cxnId="{F30C95C4-5BD8-48E6-AB39-4BCDFB1CAC69}">
      <dgm:prSet/>
      <dgm:spPr/>
      <dgm:t>
        <a:bodyPr/>
        <a:lstStyle/>
        <a:p>
          <a:endParaRPr lang="en-US"/>
        </a:p>
      </dgm:t>
    </dgm:pt>
    <dgm:pt modelId="{D4F9E2F0-377B-4132-8491-8D5949A509C6}">
      <dgm:prSet/>
      <dgm:spPr/>
      <dgm:t>
        <a:bodyPr/>
        <a:lstStyle/>
        <a:p>
          <a:r>
            <a:rPr kumimoji="1" lang="ko-KR"/>
            <a:t>이격 </a:t>
          </a:r>
          <a:r>
            <a:rPr kumimoji="1" lang="en-US"/>
            <a:t>(separation)</a:t>
          </a:r>
          <a:r>
            <a:rPr kumimoji="1" lang="ko-KR"/>
            <a:t>거리를 </a:t>
          </a:r>
          <a:r>
            <a:rPr kumimoji="1" lang="en-US"/>
            <a:t>0</a:t>
          </a:r>
          <a:r>
            <a:rPr kumimoji="1" lang="ko-KR"/>
            <a:t>으로 낮추면 모든 새가 일직선으로 모임</a:t>
          </a:r>
          <a:endParaRPr lang="en-US"/>
        </a:p>
      </dgm:t>
    </dgm:pt>
    <dgm:pt modelId="{473BABB4-6E44-4ECA-831F-48D73CF91195}" type="parTrans" cxnId="{36BADA94-1242-448F-A470-57EF834CDC48}">
      <dgm:prSet/>
      <dgm:spPr/>
      <dgm:t>
        <a:bodyPr/>
        <a:lstStyle/>
        <a:p>
          <a:endParaRPr lang="en-US"/>
        </a:p>
      </dgm:t>
    </dgm:pt>
    <dgm:pt modelId="{B0D00334-C27E-4135-80E8-2EB8444D7297}" type="sibTrans" cxnId="{36BADA94-1242-448F-A470-57EF834CDC48}">
      <dgm:prSet/>
      <dgm:spPr/>
      <dgm:t>
        <a:bodyPr/>
        <a:lstStyle/>
        <a:p>
          <a:endParaRPr lang="en-US"/>
        </a:p>
      </dgm:t>
    </dgm:pt>
    <dgm:pt modelId="{724B7541-4BF7-C44A-8248-B89C11B32CF4}" type="pres">
      <dgm:prSet presAssocID="{A858E1CD-40DE-4C55-BD17-E6A5961E4B2B}" presName="linear" presStyleCnt="0">
        <dgm:presLayoutVars>
          <dgm:animLvl val="lvl"/>
          <dgm:resizeHandles val="exact"/>
        </dgm:presLayoutVars>
      </dgm:prSet>
      <dgm:spPr/>
    </dgm:pt>
    <dgm:pt modelId="{2334733A-EECD-1041-8283-0A04873F5517}" type="pres">
      <dgm:prSet presAssocID="{492BC6ED-7074-4E08-A585-CAA8FAEB5AA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30AC3EC-A795-E047-BE7F-1C92161908DB}" type="pres">
      <dgm:prSet presAssocID="{54E43282-E5F1-403B-A4B8-FD5DFB96467C}" presName="spacer" presStyleCnt="0"/>
      <dgm:spPr/>
    </dgm:pt>
    <dgm:pt modelId="{A96BC8E7-A632-4E43-853C-996C5FC4E8B9}" type="pres">
      <dgm:prSet presAssocID="{F068C9E0-D0F9-4116-B42E-806FD2E41A0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B20B2F7-B18D-CB43-84D5-B71278743C8F}" type="pres">
      <dgm:prSet presAssocID="{F068C9E0-D0F9-4116-B42E-806FD2E41A0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AE99515-85E5-4B2D-A313-5F4C6549D4D6}" srcId="{A858E1CD-40DE-4C55-BD17-E6A5961E4B2B}" destId="{492BC6ED-7074-4E08-A585-CAA8FAEB5AA8}" srcOrd="0" destOrd="0" parTransId="{DDF5DC64-7AAF-46EF-82B6-FB346ED865DF}" sibTransId="{54E43282-E5F1-403B-A4B8-FD5DFB96467C}"/>
    <dgm:cxn modelId="{63E88727-2A0D-C644-8C1E-AC788FCE5D01}" type="presOf" srcId="{A858E1CD-40DE-4C55-BD17-E6A5961E4B2B}" destId="{724B7541-4BF7-C44A-8248-B89C11B32CF4}" srcOrd="0" destOrd="0" presId="urn:microsoft.com/office/officeart/2005/8/layout/vList2"/>
    <dgm:cxn modelId="{F41A9935-CCDF-FF45-BB87-609AABDF8519}" type="presOf" srcId="{D4F9E2F0-377B-4132-8491-8D5949A509C6}" destId="{9B20B2F7-B18D-CB43-84D5-B71278743C8F}" srcOrd="0" destOrd="1" presId="urn:microsoft.com/office/officeart/2005/8/layout/vList2"/>
    <dgm:cxn modelId="{055F8E55-FEE9-4D72-8A4D-97D5873330E1}" srcId="{A858E1CD-40DE-4C55-BD17-E6A5961E4B2B}" destId="{F068C9E0-D0F9-4116-B42E-806FD2E41A05}" srcOrd="1" destOrd="0" parTransId="{8DBD597C-36FC-439D-A21D-C82A39D84DF2}" sibTransId="{B7108EB6-4EDD-4437-8FF9-238CDB53EA48}"/>
    <dgm:cxn modelId="{36BADA94-1242-448F-A470-57EF834CDC48}" srcId="{F068C9E0-D0F9-4116-B42E-806FD2E41A05}" destId="{D4F9E2F0-377B-4132-8491-8D5949A509C6}" srcOrd="1" destOrd="0" parTransId="{473BABB4-6E44-4ECA-831F-48D73CF91195}" sibTransId="{B0D00334-C27E-4135-80E8-2EB8444D7297}"/>
    <dgm:cxn modelId="{6245F9A2-9690-8342-92D1-CA2D012CA3FA}" type="presOf" srcId="{492BC6ED-7074-4E08-A585-CAA8FAEB5AA8}" destId="{2334733A-EECD-1041-8283-0A04873F5517}" srcOrd="0" destOrd="0" presId="urn:microsoft.com/office/officeart/2005/8/layout/vList2"/>
    <dgm:cxn modelId="{8043CEB2-6C52-0F41-9032-4B26EE776D4E}" type="presOf" srcId="{F1820057-3052-456E-914D-FABAC52E79C9}" destId="{9B20B2F7-B18D-CB43-84D5-B71278743C8F}" srcOrd="0" destOrd="0" presId="urn:microsoft.com/office/officeart/2005/8/layout/vList2"/>
    <dgm:cxn modelId="{875DC1B8-6F85-2D4B-BFFE-67B271FD921E}" type="presOf" srcId="{F068C9E0-D0F9-4116-B42E-806FD2E41A05}" destId="{A96BC8E7-A632-4E43-853C-996C5FC4E8B9}" srcOrd="0" destOrd="0" presId="urn:microsoft.com/office/officeart/2005/8/layout/vList2"/>
    <dgm:cxn modelId="{F30C95C4-5BD8-48E6-AB39-4BCDFB1CAC69}" srcId="{F068C9E0-D0F9-4116-B42E-806FD2E41A05}" destId="{F1820057-3052-456E-914D-FABAC52E79C9}" srcOrd="0" destOrd="0" parTransId="{B9E4DC55-2326-4ACB-A3F7-8314EC935D7B}" sibTransId="{F9F83A79-8F7F-498F-9652-A22ACC56D560}"/>
    <dgm:cxn modelId="{17FBF657-FAD3-724A-898F-9B4DF8A3FDC8}" type="presParOf" srcId="{724B7541-4BF7-C44A-8248-B89C11B32CF4}" destId="{2334733A-EECD-1041-8283-0A04873F5517}" srcOrd="0" destOrd="0" presId="urn:microsoft.com/office/officeart/2005/8/layout/vList2"/>
    <dgm:cxn modelId="{DCC318F9-FF76-4347-B6EB-D92973301ADF}" type="presParOf" srcId="{724B7541-4BF7-C44A-8248-B89C11B32CF4}" destId="{430AC3EC-A795-E047-BE7F-1C92161908DB}" srcOrd="1" destOrd="0" presId="urn:microsoft.com/office/officeart/2005/8/layout/vList2"/>
    <dgm:cxn modelId="{3AE8A479-9FA2-1B48-9D91-E5EA9BF7507E}" type="presParOf" srcId="{724B7541-4BF7-C44A-8248-B89C11B32CF4}" destId="{A96BC8E7-A632-4E43-853C-996C5FC4E8B9}" srcOrd="2" destOrd="0" presId="urn:microsoft.com/office/officeart/2005/8/layout/vList2"/>
    <dgm:cxn modelId="{4567F445-51F2-994F-BD03-45660334E5E2}" type="presParOf" srcId="{724B7541-4BF7-C44A-8248-B89C11B32CF4}" destId="{9B20B2F7-B18D-CB43-84D5-B71278743C8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AC167F7-75D5-49C5-9EC5-E10EFD4146A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3925707-AC55-4C11-A947-5A3B25A5F8BF}">
      <dgm:prSet/>
      <dgm:spPr/>
      <dgm:t>
        <a:bodyPr/>
        <a:lstStyle/>
        <a:p>
          <a:r>
            <a:rPr kumimoji="1" lang="ko-KR"/>
            <a:t>코드 탭으로 전환하여 세 가지 군집 규칙</a:t>
          </a:r>
          <a:r>
            <a:rPr kumimoji="1" lang="en-US"/>
            <a:t>(</a:t>
          </a:r>
          <a:r>
            <a:rPr kumimoji="1" lang="ko-KR"/>
            <a:t>정렬</a:t>
          </a:r>
          <a:r>
            <a:rPr kumimoji="1" lang="en-US"/>
            <a:t>, </a:t>
          </a:r>
          <a:r>
            <a:rPr kumimoji="1" lang="ko-KR"/>
            <a:t>응집</a:t>
          </a:r>
          <a:r>
            <a:rPr kumimoji="1" lang="en-US"/>
            <a:t>, </a:t>
          </a:r>
          <a:r>
            <a:rPr kumimoji="1" lang="ko-KR"/>
            <a:t>분리</a:t>
          </a:r>
          <a:r>
            <a:rPr kumimoji="1" lang="en-US"/>
            <a:t>)</a:t>
          </a:r>
          <a:r>
            <a:rPr kumimoji="1" lang="ko-KR"/>
            <a:t>이 코드에서 구현된 위치를 확인</a:t>
          </a:r>
          <a:endParaRPr lang="en-US"/>
        </a:p>
      </dgm:t>
    </dgm:pt>
    <dgm:pt modelId="{C8D9B38B-6CF0-4654-B17D-F77FB5B10227}" type="parTrans" cxnId="{847F1C95-6942-4B28-B4DE-2518483E565A}">
      <dgm:prSet/>
      <dgm:spPr/>
      <dgm:t>
        <a:bodyPr/>
        <a:lstStyle/>
        <a:p>
          <a:endParaRPr lang="en-US"/>
        </a:p>
      </dgm:t>
    </dgm:pt>
    <dgm:pt modelId="{E2FB040A-1CC3-4D02-A87E-F3E28391190B}" type="sibTrans" cxnId="{847F1C95-6942-4B28-B4DE-2518483E565A}">
      <dgm:prSet/>
      <dgm:spPr/>
      <dgm:t>
        <a:bodyPr/>
        <a:lstStyle/>
        <a:p>
          <a:endParaRPr lang="en-US"/>
        </a:p>
      </dgm:t>
    </dgm:pt>
    <dgm:pt modelId="{CFE23969-F1F1-4B0E-9FD6-E9F0B73BF4C9}">
      <dgm:prSet/>
      <dgm:spPr/>
      <dgm:t>
        <a:bodyPr/>
        <a:lstStyle/>
        <a:p>
          <a:r>
            <a:rPr kumimoji="1" lang="ko-KR"/>
            <a:t>눈에 보이는 에이전트만 참조하는 방식에 주목</a:t>
          </a:r>
          <a:endParaRPr lang="en-US"/>
        </a:p>
      </dgm:t>
    </dgm:pt>
    <dgm:pt modelId="{82D6CE64-C428-48D7-9F1D-260EBC9BD8B5}" type="parTrans" cxnId="{9ED5B47D-0824-485D-B9F0-5A69CE470832}">
      <dgm:prSet/>
      <dgm:spPr/>
      <dgm:t>
        <a:bodyPr/>
        <a:lstStyle/>
        <a:p>
          <a:endParaRPr lang="en-US"/>
        </a:p>
      </dgm:t>
    </dgm:pt>
    <dgm:pt modelId="{EF64C838-0F80-49AB-B607-A30EDC523AE5}" type="sibTrans" cxnId="{9ED5B47D-0824-485D-B9F0-5A69CE470832}">
      <dgm:prSet/>
      <dgm:spPr/>
      <dgm:t>
        <a:bodyPr/>
        <a:lstStyle/>
        <a:p>
          <a:endParaRPr lang="en-US"/>
        </a:p>
      </dgm:t>
    </dgm:pt>
    <dgm:pt modelId="{99781835-0994-DD46-8157-E8F3D05FBD2F}" type="pres">
      <dgm:prSet presAssocID="{8AC167F7-75D5-49C5-9EC5-E10EFD4146A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A7655A-AE24-B343-94A7-2CAAC77DFFFB}" type="pres">
      <dgm:prSet presAssocID="{C3925707-AC55-4C11-A947-5A3B25A5F8BF}" presName="hierRoot1" presStyleCnt="0"/>
      <dgm:spPr/>
    </dgm:pt>
    <dgm:pt modelId="{7EC0714C-525A-704E-A01D-70716D7F99B9}" type="pres">
      <dgm:prSet presAssocID="{C3925707-AC55-4C11-A947-5A3B25A5F8BF}" presName="composite" presStyleCnt="0"/>
      <dgm:spPr/>
    </dgm:pt>
    <dgm:pt modelId="{F7517663-068D-7E43-80ED-04DD7453B0AE}" type="pres">
      <dgm:prSet presAssocID="{C3925707-AC55-4C11-A947-5A3B25A5F8BF}" presName="background" presStyleLbl="node0" presStyleIdx="0" presStyleCnt="2"/>
      <dgm:spPr/>
    </dgm:pt>
    <dgm:pt modelId="{5A38FEA8-02D4-D144-9CF0-82ED733162D4}" type="pres">
      <dgm:prSet presAssocID="{C3925707-AC55-4C11-A947-5A3B25A5F8BF}" presName="text" presStyleLbl="fgAcc0" presStyleIdx="0" presStyleCnt="2">
        <dgm:presLayoutVars>
          <dgm:chPref val="3"/>
        </dgm:presLayoutVars>
      </dgm:prSet>
      <dgm:spPr/>
    </dgm:pt>
    <dgm:pt modelId="{2A152709-3CB3-F749-A1A5-09B3347B5F07}" type="pres">
      <dgm:prSet presAssocID="{C3925707-AC55-4C11-A947-5A3B25A5F8BF}" presName="hierChild2" presStyleCnt="0"/>
      <dgm:spPr/>
    </dgm:pt>
    <dgm:pt modelId="{8F4D87EA-2538-1647-9EF8-5AC1CD389134}" type="pres">
      <dgm:prSet presAssocID="{CFE23969-F1F1-4B0E-9FD6-E9F0B73BF4C9}" presName="hierRoot1" presStyleCnt="0"/>
      <dgm:spPr/>
    </dgm:pt>
    <dgm:pt modelId="{039E4306-9B5C-3D44-9256-350D963A5FAF}" type="pres">
      <dgm:prSet presAssocID="{CFE23969-F1F1-4B0E-9FD6-E9F0B73BF4C9}" presName="composite" presStyleCnt="0"/>
      <dgm:spPr/>
    </dgm:pt>
    <dgm:pt modelId="{EB71DF53-C819-3C46-A13B-B2FED80443FE}" type="pres">
      <dgm:prSet presAssocID="{CFE23969-F1F1-4B0E-9FD6-E9F0B73BF4C9}" presName="background" presStyleLbl="node0" presStyleIdx="1" presStyleCnt="2"/>
      <dgm:spPr/>
    </dgm:pt>
    <dgm:pt modelId="{4667362D-C299-1740-AE5A-8EDCCDB9E614}" type="pres">
      <dgm:prSet presAssocID="{CFE23969-F1F1-4B0E-9FD6-E9F0B73BF4C9}" presName="text" presStyleLbl="fgAcc0" presStyleIdx="1" presStyleCnt="2">
        <dgm:presLayoutVars>
          <dgm:chPref val="3"/>
        </dgm:presLayoutVars>
      </dgm:prSet>
      <dgm:spPr/>
    </dgm:pt>
    <dgm:pt modelId="{FD6B0DA9-E375-4E44-8D79-6EA68078E70B}" type="pres">
      <dgm:prSet presAssocID="{CFE23969-F1F1-4B0E-9FD6-E9F0B73BF4C9}" presName="hierChild2" presStyleCnt="0"/>
      <dgm:spPr/>
    </dgm:pt>
  </dgm:ptLst>
  <dgm:cxnLst>
    <dgm:cxn modelId="{76C4F304-09BD-D448-A3F7-FAFEC71113FF}" type="presOf" srcId="{8AC167F7-75D5-49C5-9EC5-E10EFD4146A7}" destId="{99781835-0994-DD46-8157-E8F3D05FBD2F}" srcOrd="0" destOrd="0" presId="urn:microsoft.com/office/officeart/2005/8/layout/hierarchy1"/>
    <dgm:cxn modelId="{EEB87B2D-0CCC-3D4E-867E-0393AC392E38}" type="presOf" srcId="{CFE23969-F1F1-4B0E-9FD6-E9F0B73BF4C9}" destId="{4667362D-C299-1740-AE5A-8EDCCDB9E614}" srcOrd="0" destOrd="0" presId="urn:microsoft.com/office/officeart/2005/8/layout/hierarchy1"/>
    <dgm:cxn modelId="{B6DAA87C-5993-144C-8445-0405EF8FC4AA}" type="presOf" srcId="{C3925707-AC55-4C11-A947-5A3B25A5F8BF}" destId="{5A38FEA8-02D4-D144-9CF0-82ED733162D4}" srcOrd="0" destOrd="0" presId="urn:microsoft.com/office/officeart/2005/8/layout/hierarchy1"/>
    <dgm:cxn modelId="{9ED5B47D-0824-485D-B9F0-5A69CE470832}" srcId="{8AC167F7-75D5-49C5-9EC5-E10EFD4146A7}" destId="{CFE23969-F1F1-4B0E-9FD6-E9F0B73BF4C9}" srcOrd="1" destOrd="0" parTransId="{82D6CE64-C428-48D7-9F1D-260EBC9BD8B5}" sibTransId="{EF64C838-0F80-49AB-B607-A30EDC523AE5}"/>
    <dgm:cxn modelId="{847F1C95-6942-4B28-B4DE-2518483E565A}" srcId="{8AC167F7-75D5-49C5-9EC5-E10EFD4146A7}" destId="{C3925707-AC55-4C11-A947-5A3B25A5F8BF}" srcOrd="0" destOrd="0" parTransId="{C8D9B38B-6CF0-4654-B17D-F77FB5B10227}" sibTransId="{E2FB040A-1CC3-4D02-A87E-F3E28391190B}"/>
    <dgm:cxn modelId="{5B1F796A-0015-2C42-A58F-1AE26E442835}" type="presParOf" srcId="{99781835-0994-DD46-8157-E8F3D05FBD2F}" destId="{36A7655A-AE24-B343-94A7-2CAAC77DFFFB}" srcOrd="0" destOrd="0" presId="urn:microsoft.com/office/officeart/2005/8/layout/hierarchy1"/>
    <dgm:cxn modelId="{C44C8F72-7C07-6744-A7FE-E17D302F332E}" type="presParOf" srcId="{36A7655A-AE24-B343-94A7-2CAAC77DFFFB}" destId="{7EC0714C-525A-704E-A01D-70716D7F99B9}" srcOrd="0" destOrd="0" presId="urn:microsoft.com/office/officeart/2005/8/layout/hierarchy1"/>
    <dgm:cxn modelId="{88930C4A-572B-0943-B328-3F73688FEE7D}" type="presParOf" srcId="{7EC0714C-525A-704E-A01D-70716D7F99B9}" destId="{F7517663-068D-7E43-80ED-04DD7453B0AE}" srcOrd="0" destOrd="0" presId="urn:microsoft.com/office/officeart/2005/8/layout/hierarchy1"/>
    <dgm:cxn modelId="{DA14D82B-EDA0-394C-B768-7B8E93A98882}" type="presParOf" srcId="{7EC0714C-525A-704E-A01D-70716D7F99B9}" destId="{5A38FEA8-02D4-D144-9CF0-82ED733162D4}" srcOrd="1" destOrd="0" presId="urn:microsoft.com/office/officeart/2005/8/layout/hierarchy1"/>
    <dgm:cxn modelId="{977F0CDA-87ED-5A40-94D1-1494A9C4ABD9}" type="presParOf" srcId="{36A7655A-AE24-B343-94A7-2CAAC77DFFFB}" destId="{2A152709-3CB3-F749-A1A5-09B3347B5F07}" srcOrd="1" destOrd="0" presId="urn:microsoft.com/office/officeart/2005/8/layout/hierarchy1"/>
    <dgm:cxn modelId="{7DED515E-1D38-E648-A1EF-E591A2E87A21}" type="presParOf" srcId="{99781835-0994-DD46-8157-E8F3D05FBD2F}" destId="{8F4D87EA-2538-1647-9EF8-5AC1CD389134}" srcOrd="1" destOrd="0" presId="urn:microsoft.com/office/officeart/2005/8/layout/hierarchy1"/>
    <dgm:cxn modelId="{FAD44AAA-EA38-6E4D-8EF2-C454CBA01BC2}" type="presParOf" srcId="{8F4D87EA-2538-1647-9EF8-5AC1CD389134}" destId="{039E4306-9B5C-3D44-9256-350D963A5FAF}" srcOrd="0" destOrd="0" presId="urn:microsoft.com/office/officeart/2005/8/layout/hierarchy1"/>
    <dgm:cxn modelId="{AC7242ED-66D0-7D49-88D1-63AD17479267}" type="presParOf" srcId="{039E4306-9B5C-3D44-9256-350D963A5FAF}" destId="{EB71DF53-C819-3C46-A13B-B2FED80443FE}" srcOrd="0" destOrd="0" presId="urn:microsoft.com/office/officeart/2005/8/layout/hierarchy1"/>
    <dgm:cxn modelId="{73F5DD6B-9E0E-D44E-BA9B-B649FE8E827A}" type="presParOf" srcId="{039E4306-9B5C-3D44-9256-350D963A5FAF}" destId="{4667362D-C299-1740-AE5A-8EDCCDB9E614}" srcOrd="1" destOrd="0" presId="urn:microsoft.com/office/officeart/2005/8/layout/hierarchy1"/>
    <dgm:cxn modelId="{F3BD6744-675D-664C-BE4F-BA68C8CFDF95}" type="presParOf" srcId="{8F4D87EA-2538-1647-9EF8-5AC1CD389134}" destId="{FD6B0DA9-E375-4E44-8D79-6EA68078E7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680D76-2B7E-44E9-B9E5-93D569E9048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C19258-CAFE-4EB0-867E-67497B8C6FDF}">
      <dgm:prSet/>
      <dgm:spPr/>
      <dgm:t>
        <a:bodyPr/>
        <a:lstStyle/>
        <a:p>
          <a:r>
            <a:rPr kumimoji="1" lang="ko-KR"/>
            <a:t>이러한 예에서 볼 수 있듯이 다중 에이전트 시뮬레이션은 동일하거나 유사한 로직을 따르는 개체로 구성된 복잡한 시스템의 동작을 이해하는 데 매우 유용한 방법이 될 수 있음</a:t>
          </a:r>
          <a:endParaRPr lang="en-US"/>
        </a:p>
      </dgm:t>
    </dgm:pt>
    <dgm:pt modelId="{9AE931C8-07F7-4433-88CF-A6F4DED9A56C}" type="parTrans" cxnId="{BCA5AEC7-FD48-4DC0-934D-9073A0555D73}">
      <dgm:prSet/>
      <dgm:spPr/>
      <dgm:t>
        <a:bodyPr/>
        <a:lstStyle/>
        <a:p>
          <a:endParaRPr lang="en-US"/>
        </a:p>
      </dgm:t>
    </dgm:pt>
    <dgm:pt modelId="{C930B573-C9FC-49A0-9070-61DF76AE638A}" type="sibTrans" cxnId="{BCA5AEC7-FD48-4DC0-934D-9073A0555D73}">
      <dgm:prSet/>
      <dgm:spPr/>
      <dgm:t>
        <a:bodyPr/>
        <a:lstStyle/>
        <a:p>
          <a:endParaRPr lang="en-US"/>
        </a:p>
      </dgm:t>
    </dgm:pt>
    <dgm:pt modelId="{05516D13-B255-4177-92E0-FC18DC9E4C63}">
      <dgm:prSet/>
      <dgm:spPr/>
      <dgm:t>
        <a:bodyPr/>
        <a:lstStyle/>
        <a:p>
          <a:r>
            <a:rPr kumimoji="1" lang="ko-KR"/>
            <a:t>또한 컴퓨터 게임의 </a:t>
          </a:r>
          <a:r>
            <a:rPr kumimoji="1" lang="en-US"/>
            <a:t>NPC</a:t>
          </a:r>
          <a:r>
            <a:rPr kumimoji="1" lang="ko-KR"/>
            <a:t>나 </a:t>
          </a:r>
          <a:r>
            <a:rPr kumimoji="1" lang="en-US"/>
            <a:t>3D </a:t>
          </a:r>
          <a:r>
            <a:rPr kumimoji="1" lang="ko-KR"/>
            <a:t>애니메이션 월드의 에이전트와 같은 가상 에이전트를 제어하는 데에도 사용할 수 있음</a:t>
          </a:r>
          <a:endParaRPr lang="en-US"/>
        </a:p>
      </dgm:t>
    </dgm:pt>
    <dgm:pt modelId="{1DCAD968-BA2E-4624-A895-0E6F05CE12F3}" type="parTrans" cxnId="{4A3089C2-D50C-445B-99A1-F6047782A100}">
      <dgm:prSet/>
      <dgm:spPr/>
      <dgm:t>
        <a:bodyPr/>
        <a:lstStyle/>
        <a:p>
          <a:endParaRPr lang="en-US"/>
        </a:p>
      </dgm:t>
    </dgm:pt>
    <dgm:pt modelId="{03722823-6B46-496E-8039-C85B2CEE1ADA}" type="sibTrans" cxnId="{4A3089C2-D50C-445B-99A1-F6047782A100}">
      <dgm:prSet/>
      <dgm:spPr/>
      <dgm:t>
        <a:bodyPr/>
        <a:lstStyle/>
        <a:p>
          <a:endParaRPr lang="en-US"/>
        </a:p>
      </dgm:t>
    </dgm:pt>
    <dgm:pt modelId="{F151D2C8-D3B9-D14C-BB34-74846FCCFC7C}" type="pres">
      <dgm:prSet presAssocID="{61680D76-2B7E-44E9-B9E5-93D569E90486}" presName="linear" presStyleCnt="0">
        <dgm:presLayoutVars>
          <dgm:animLvl val="lvl"/>
          <dgm:resizeHandles val="exact"/>
        </dgm:presLayoutVars>
      </dgm:prSet>
      <dgm:spPr/>
    </dgm:pt>
    <dgm:pt modelId="{21E7C271-4BA6-224A-9233-787014ADBF68}" type="pres">
      <dgm:prSet presAssocID="{7FC19258-CAFE-4EB0-867E-67497B8C6FD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441FC5-CB36-F94F-B5B0-DB7BC4D1C8ED}" type="pres">
      <dgm:prSet presAssocID="{C930B573-C9FC-49A0-9070-61DF76AE638A}" presName="spacer" presStyleCnt="0"/>
      <dgm:spPr/>
    </dgm:pt>
    <dgm:pt modelId="{4114D557-B9B2-894B-BB03-F57A53436A95}" type="pres">
      <dgm:prSet presAssocID="{05516D13-B255-4177-92E0-FC18DC9E4C6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5211128A-EFF6-4540-8F34-25150E8A6970}" type="presOf" srcId="{05516D13-B255-4177-92E0-FC18DC9E4C63}" destId="{4114D557-B9B2-894B-BB03-F57A53436A95}" srcOrd="0" destOrd="0" presId="urn:microsoft.com/office/officeart/2005/8/layout/vList2"/>
    <dgm:cxn modelId="{4A3089C2-D50C-445B-99A1-F6047782A100}" srcId="{61680D76-2B7E-44E9-B9E5-93D569E90486}" destId="{05516D13-B255-4177-92E0-FC18DC9E4C63}" srcOrd="1" destOrd="0" parTransId="{1DCAD968-BA2E-4624-A895-0E6F05CE12F3}" sibTransId="{03722823-6B46-496E-8039-C85B2CEE1ADA}"/>
    <dgm:cxn modelId="{F7D91BC4-F18B-3E42-8E14-9C032C006D0B}" type="presOf" srcId="{61680D76-2B7E-44E9-B9E5-93D569E90486}" destId="{F151D2C8-D3B9-D14C-BB34-74846FCCFC7C}" srcOrd="0" destOrd="0" presId="urn:microsoft.com/office/officeart/2005/8/layout/vList2"/>
    <dgm:cxn modelId="{BCA5AEC7-FD48-4DC0-934D-9073A0555D73}" srcId="{61680D76-2B7E-44E9-B9E5-93D569E90486}" destId="{7FC19258-CAFE-4EB0-867E-67497B8C6FDF}" srcOrd="0" destOrd="0" parTransId="{9AE931C8-07F7-4433-88CF-A6F4DED9A56C}" sibTransId="{C930B573-C9FC-49A0-9070-61DF76AE638A}"/>
    <dgm:cxn modelId="{492EFFD0-B088-4148-B99B-94835CB0A0F1}" type="presOf" srcId="{7FC19258-CAFE-4EB0-867E-67497B8C6FDF}" destId="{21E7C271-4BA6-224A-9233-787014ADBF68}" srcOrd="0" destOrd="0" presId="urn:microsoft.com/office/officeart/2005/8/layout/vList2"/>
    <dgm:cxn modelId="{A50896D4-C471-2649-8C83-2252181899AF}" type="presParOf" srcId="{F151D2C8-D3B9-D14C-BB34-74846FCCFC7C}" destId="{21E7C271-4BA6-224A-9233-787014ADBF68}" srcOrd="0" destOrd="0" presId="urn:microsoft.com/office/officeart/2005/8/layout/vList2"/>
    <dgm:cxn modelId="{F22CB635-35DB-164A-B029-BBFA823909C3}" type="presParOf" srcId="{F151D2C8-D3B9-D14C-BB34-74846FCCFC7C}" destId="{13441FC5-CB36-F94F-B5B0-DB7BC4D1C8ED}" srcOrd="1" destOrd="0" presId="urn:microsoft.com/office/officeart/2005/8/layout/vList2"/>
    <dgm:cxn modelId="{35997966-62D1-1649-ADFA-08835B93C686}" type="presParOf" srcId="{F151D2C8-D3B9-D14C-BB34-74846FCCFC7C}" destId="{4114D557-B9B2-894B-BB03-F57A53436A9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F5B735E-6C83-4B6C-9260-B5D446E834A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A8292E-0A1C-4426-81D8-A8B8E024670F}">
      <dgm:prSet/>
      <dgm:spPr/>
      <dgm:t>
        <a:bodyPr/>
        <a:lstStyle/>
        <a:p>
          <a:r>
            <a:rPr kumimoji="1" lang="ko-KR"/>
            <a:t>반응형 에이전트</a:t>
          </a:r>
          <a:endParaRPr lang="en-US"/>
        </a:p>
      </dgm:t>
    </dgm:pt>
    <dgm:pt modelId="{AECC1A63-1BD3-4E61-B90B-73029E8F52A9}" type="parTrans" cxnId="{DC072AA9-6783-4604-B3CB-19FB977C6B0A}">
      <dgm:prSet/>
      <dgm:spPr/>
      <dgm:t>
        <a:bodyPr/>
        <a:lstStyle/>
        <a:p>
          <a:endParaRPr lang="en-US"/>
        </a:p>
      </dgm:t>
    </dgm:pt>
    <dgm:pt modelId="{60D75880-D03B-4E50-B1EC-E6CD44E0CF82}" type="sibTrans" cxnId="{DC072AA9-6783-4604-B3CB-19FB977C6B0A}">
      <dgm:prSet/>
      <dgm:spPr/>
      <dgm:t>
        <a:bodyPr/>
        <a:lstStyle/>
        <a:p>
          <a:endParaRPr lang="en-US"/>
        </a:p>
      </dgm:t>
    </dgm:pt>
    <dgm:pt modelId="{3F8A700F-4BEB-4CC3-96E8-EA5D065DF64A}">
      <dgm:prSet/>
      <dgm:spPr/>
      <dgm:t>
        <a:bodyPr/>
        <a:lstStyle/>
        <a:p>
          <a:r>
            <a:rPr kumimoji="1" lang="ko-KR"/>
            <a:t>위에서 설명한 에이전트는 특정 알고리즘을 사용하여 환경 변화에 반응하는 매우 단순한 에이전트</a:t>
          </a:r>
          <a:endParaRPr lang="en-US"/>
        </a:p>
      </dgm:t>
    </dgm:pt>
    <dgm:pt modelId="{6A6E81C8-6F05-4C08-B0F6-89FAEFFF3DB2}" type="parTrans" cxnId="{02FD6111-C0CE-4C48-AB7A-CEC9D554465D}">
      <dgm:prSet/>
      <dgm:spPr/>
      <dgm:t>
        <a:bodyPr/>
        <a:lstStyle/>
        <a:p>
          <a:endParaRPr lang="en-US"/>
        </a:p>
      </dgm:t>
    </dgm:pt>
    <dgm:pt modelId="{CA2993CB-DE3D-4176-B132-CCA63C7643E2}" type="sibTrans" cxnId="{02FD6111-C0CE-4C48-AB7A-CEC9D554465D}">
      <dgm:prSet/>
      <dgm:spPr/>
      <dgm:t>
        <a:bodyPr/>
        <a:lstStyle/>
        <a:p>
          <a:endParaRPr lang="en-US"/>
        </a:p>
      </dgm:t>
    </dgm:pt>
    <dgm:pt modelId="{3EF15D4A-3EEB-413D-B8C8-CABECA3228DB}">
      <dgm:prSet/>
      <dgm:spPr/>
      <dgm:t>
        <a:bodyPr/>
        <a:lstStyle/>
        <a:p>
          <a:r>
            <a:rPr kumimoji="1" lang="ko-KR"/>
            <a:t>심의형 에이전트 </a:t>
          </a:r>
          <a:r>
            <a:rPr kumimoji="1" lang="en-US"/>
            <a:t>(deliberative agents)</a:t>
          </a:r>
          <a:endParaRPr lang="en-US"/>
        </a:p>
      </dgm:t>
    </dgm:pt>
    <dgm:pt modelId="{61C41074-2B42-461C-BD30-508A84B3DE7D}" type="parTrans" cxnId="{2A1A1A64-5887-4638-B7B5-3AB79F00E1AC}">
      <dgm:prSet/>
      <dgm:spPr/>
      <dgm:t>
        <a:bodyPr/>
        <a:lstStyle/>
        <a:p>
          <a:endParaRPr lang="en-US"/>
        </a:p>
      </dgm:t>
    </dgm:pt>
    <dgm:pt modelId="{96B20262-FD0E-4EBB-B51D-6D1F8318CA83}" type="sibTrans" cxnId="{2A1A1A64-5887-4638-B7B5-3AB79F00E1AC}">
      <dgm:prSet/>
      <dgm:spPr/>
      <dgm:t>
        <a:bodyPr/>
        <a:lstStyle/>
        <a:p>
          <a:endParaRPr lang="en-US"/>
        </a:p>
      </dgm:t>
    </dgm:pt>
    <dgm:pt modelId="{6BC3231A-59D0-494E-8DF4-9D8B9540B43E}">
      <dgm:prSet/>
      <dgm:spPr/>
      <dgm:t>
        <a:bodyPr/>
        <a:lstStyle/>
        <a:p>
          <a:r>
            <a:rPr kumimoji="1" lang="ko-KR"/>
            <a:t>추론하고 행동을 계획할 수 있는</a:t>
          </a:r>
          <a:r>
            <a:rPr kumimoji="1" lang="en-US"/>
            <a:t> </a:t>
          </a:r>
          <a:r>
            <a:rPr kumimoji="1" lang="ko-KR"/>
            <a:t>에이전트</a:t>
          </a:r>
          <a:endParaRPr lang="en-US"/>
        </a:p>
      </dgm:t>
    </dgm:pt>
    <dgm:pt modelId="{04BC22E7-7D3F-4442-8AFF-66E5314290E1}" type="parTrans" cxnId="{1C78EA13-B8E9-4174-A6A4-03304C8AABCD}">
      <dgm:prSet/>
      <dgm:spPr/>
      <dgm:t>
        <a:bodyPr/>
        <a:lstStyle/>
        <a:p>
          <a:endParaRPr lang="en-US"/>
        </a:p>
      </dgm:t>
    </dgm:pt>
    <dgm:pt modelId="{C2DD2D13-4CC7-4001-96A0-B9D08ECFE54C}" type="sibTrans" cxnId="{1C78EA13-B8E9-4174-A6A4-03304C8AABCD}">
      <dgm:prSet/>
      <dgm:spPr/>
      <dgm:t>
        <a:bodyPr/>
        <a:lstStyle/>
        <a:p>
          <a:endParaRPr lang="en-US"/>
        </a:p>
      </dgm:t>
    </dgm:pt>
    <dgm:pt modelId="{5B41B993-703E-4EE1-B18D-3D59FBFBFEB0}">
      <dgm:prSet/>
      <dgm:spPr/>
      <dgm:t>
        <a:bodyPr/>
        <a:lstStyle/>
        <a:p>
          <a:r>
            <a:rPr kumimoji="1" lang="ko-KR"/>
            <a:t>예로 사람으로부터 휴가 여행을 예약하라는 지시를 받은 개인 에이전트</a:t>
          </a:r>
          <a:endParaRPr lang="en-US"/>
        </a:p>
      </dgm:t>
    </dgm:pt>
    <dgm:pt modelId="{F151704C-AC1B-4425-BD27-101538CA2A12}" type="parTrans" cxnId="{FFB99DCA-ABFF-49DE-9C9A-52FF9CCACECF}">
      <dgm:prSet/>
      <dgm:spPr/>
      <dgm:t>
        <a:bodyPr/>
        <a:lstStyle/>
        <a:p>
          <a:endParaRPr lang="en-US"/>
        </a:p>
      </dgm:t>
    </dgm:pt>
    <dgm:pt modelId="{DB6F0662-F7FE-4137-9A9A-23E4B4A168FF}" type="sibTrans" cxnId="{FFB99DCA-ABFF-49DE-9C9A-52FF9CCACECF}">
      <dgm:prSet/>
      <dgm:spPr/>
      <dgm:t>
        <a:bodyPr/>
        <a:lstStyle/>
        <a:p>
          <a:endParaRPr lang="en-US"/>
        </a:p>
      </dgm:t>
    </dgm:pt>
    <dgm:pt modelId="{26AF9EF1-E931-4878-AD07-0D7DEE9CC2E1}">
      <dgm:prSet/>
      <dgm:spPr/>
      <dgm:t>
        <a:bodyPr/>
        <a:lstStyle/>
        <a:p>
          <a:r>
            <a:rPr kumimoji="1" lang="ko-KR"/>
            <a:t>인터넷에 이를 도와줄 수 있는 많은 에이전트가 있다고 가정</a:t>
          </a:r>
          <a:endParaRPr lang="en-US"/>
        </a:p>
      </dgm:t>
    </dgm:pt>
    <dgm:pt modelId="{C927FFC9-8D89-4847-9EBD-ACD79CB7F3D4}" type="parTrans" cxnId="{25C7CF36-8E8A-46F5-ACB8-C4FF9C517F99}">
      <dgm:prSet/>
      <dgm:spPr/>
      <dgm:t>
        <a:bodyPr/>
        <a:lstStyle/>
        <a:p>
          <a:endParaRPr lang="en-US"/>
        </a:p>
      </dgm:t>
    </dgm:pt>
    <dgm:pt modelId="{2D2FF1BA-7BA1-46B7-BA02-58D6DBD87ED0}" type="sibTrans" cxnId="{25C7CF36-8E8A-46F5-ACB8-C4FF9C517F99}">
      <dgm:prSet/>
      <dgm:spPr/>
      <dgm:t>
        <a:bodyPr/>
        <a:lstStyle/>
        <a:p>
          <a:endParaRPr lang="en-US"/>
        </a:p>
      </dgm:t>
    </dgm:pt>
    <dgm:pt modelId="{33F1A630-B0E4-4244-B3E4-E329417D946A}">
      <dgm:prSet/>
      <dgm:spPr/>
      <dgm:t>
        <a:bodyPr/>
        <a:lstStyle/>
        <a:p>
          <a:r>
            <a:rPr kumimoji="1" lang="ko-KR"/>
            <a:t>그런 다음 다른 에이전트에게 연락하여 이용 가능한 항공편과 날짜별 호텔 가격을 확인하고 최적의 가격을 협상할 수 있음</a:t>
          </a:r>
          <a:endParaRPr lang="en-US"/>
        </a:p>
      </dgm:t>
    </dgm:pt>
    <dgm:pt modelId="{218926B7-FBC9-4531-A369-2BBE34D6133C}" type="parTrans" cxnId="{8880C9A5-4643-49A2-A70F-878AC15B717E}">
      <dgm:prSet/>
      <dgm:spPr/>
      <dgm:t>
        <a:bodyPr/>
        <a:lstStyle/>
        <a:p>
          <a:endParaRPr lang="en-US"/>
        </a:p>
      </dgm:t>
    </dgm:pt>
    <dgm:pt modelId="{A3BFD186-BC43-4519-BA75-F9BAEA7461C3}" type="sibTrans" cxnId="{8880C9A5-4643-49A2-A70F-878AC15B717E}">
      <dgm:prSet/>
      <dgm:spPr/>
      <dgm:t>
        <a:bodyPr/>
        <a:lstStyle/>
        <a:p>
          <a:endParaRPr lang="en-US"/>
        </a:p>
      </dgm:t>
    </dgm:pt>
    <dgm:pt modelId="{39CC5317-2CAE-4A78-ABCC-AA05C4EC0965}">
      <dgm:prSet/>
      <dgm:spPr/>
      <dgm:t>
        <a:bodyPr/>
        <a:lstStyle/>
        <a:p>
          <a:r>
            <a:rPr kumimoji="1" lang="ko-KR"/>
            <a:t>휴가 계획이 완료되고 소유자가 확인하면 예약을 진행할 수 있음</a:t>
          </a:r>
          <a:endParaRPr lang="en-US"/>
        </a:p>
      </dgm:t>
    </dgm:pt>
    <dgm:pt modelId="{CE380BBA-5706-45DB-BD9C-2B49B26ABE16}" type="parTrans" cxnId="{66361734-D87C-442B-BF8F-4924F85AB343}">
      <dgm:prSet/>
      <dgm:spPr/>
      <dgm:t>
        <a:bodyPr/>
        <a:lstStyle/>
        <a:p>
          <a:endParaRPr lang="en-US"/>
        </a:p>
      </dgm:t>
    </dgm:pt>
    <dgm:pt modelId="{59019B39-F78F-4004-884E-F660699F314A}" type="sibTrans" cxnId="{66361734-D87C-442B-BF8F-4924F85AB343}">
      <dgm:prSet/>
      <dgm:spPr/>
      <dgm:t>
        <a:bodyPr/>
        <a:lstStyle/>
        <a:p>
          <a:endParaRPr lang="en-US"/>
        </a:p>
      </dgm:t>
    </dgm:pt>
    <dgm:pt modelId="{05923F67-6213-4E4C-BC19-4DFDC04CC976}" type="pres">
      <dgm:prSet presAssocID="{CF5B735E-6C83-4B6C-9260-B5D446E834A4}" presName="linear" presStyleCnt="0">
        <dgm:presLayoutVars>
          <dgm:dir/>
          <dgm:animLvl val="lvl"/>
          <dgm:resizeHandles val="exact"/>
        </dgm:presLayoutVars>
      </dgm:prSet>
      <dgm:spPr/>
    </dgm:pt>
    <dgm:pt modelId="{4BB05394-AF28-CE41-9D67-88A029DE42AB}" type="pres">
      <dgm:prSet presAssocID="{4BA8292E-0A1C-4426-81D8-A8B8E024670F}" presName="parentLin" presStyleCnt="0"/>
      <dgm:spPr/>
    </dgm:pt>
    <dgm:pt modelId="{E4AE6C65-4C7C-E543-A710-569CD5F99D71}" type="pres">
      <dgm:prSet presAssocID="{4BA8292E-0A1C-4426-81D8-A8B8E024670F}" presName="parentLeftMargin" presStyleLbl="node1" presStyleIdx="0" presStyleCnt="2"/>
      <dgm:spPr/>
    </dgm:pt>
    <dgm:pt modelId="{5DDC95C0-243F-954C-83BF-3160F982F626}" type="pres">
      <dgm:prSet presAssocID="{4BA8292E-0A1C-4426-81D8-A8B8E024670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06BFBFC-0456-C74F-B693-89B116CCD109}" type="pres">
      <dgm:prSet presAssocID="{4BA8292E-0A1C-4426-81D8-A8B8E024670F}" presName="negativeSpace" presStyleCnt="0"/>
      <dgm:spPr/>
    </dgm:pt>
    <dgm:pt modelId="{FCA8D547-E74B-8C4F-A279-FC1266302F87}" type="pres">
      <dgm:prSet presAssocID="{4BA8292E-0A1C-4426-81D8-A8B8E024670F}" presName="childText" presStyleLbl="conFgAcc1" presStyleIdx="0" presStyleCnt="2">
        <dgm:presLayoutVars>
          <dgm:bulletEnabled val="1"/>
        </dgm:presLayoutVars>
      </dgm:prSet>
      <dgm:spPr/>
    </dgm:pt>
    <dgm:pt modelId="{E76A9629-FFA2-8045-9D19-12319E5516CC}" type="pres">
      <dgm:prSet presAssocID="{60D75880-D03B-4E50-B1EC-E6CD44E0CF82}" presName="spaceBetweenRectangles" presStyleCnt="0"/>
      <dgm:spPr/>
    </dgm:pt>
    <dgm:pt modelId="{1D719737-B9ED-CF4B-A6D1-156FC0D4E8B0}" type="pres">
      <dgm:prSet presAssocID="{3EF15D4A-3EEB-413D-B8C8-CABECA3228DB}" presName="parentLin" presStyleCnt="0"/>
      <dgm:spPr/>
    </dgm:pt>
    <dgm:pt modelId="{0523F45F-E452-B44B-B733-B8644D19FB2B}" type="pres">
      <dgm:prSet presAssocID="{3EF15D4A-3EEB-413D-B8C8-CABECA3228DB}" presName="parentLeftMargin" presStyleLbl="node1" presStyleIdx="0" presStyleCnt="2"/>
      <dgm:spPr/>
    </dgm:pt>
    <dgm:pt modelId="{4134BAAA-BB6C-D04C-B2E5-72A6AA5C120E}" type="pres">
      <dgm:prSet presAssocID="{3EF15D4A-3EEB-413D-B8C8-CABECA3228D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B03E968-3E7C-4043-9799-98602D957DF7}" type="pres">
      <dgm:prSet presAssocID="{3EF15D4A-3EEB-413D-B8C8-CABECA3228DB}" presName="negativeSpace" presStyleCnt="0"/>
      <dgm:spPr/>
    </dgm:pt>
    <dgm:pt modelId="{D9A0002A-A367-4047-B297-61DB547D951D}" type="pres">
      <dgm:prSet presAssocID="{3EF15D4A-3EEB-413D-B8C8-CABECA3228D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2FD6111-C0CE-4C48-AB7A-CEC9D554465D}" srcId="{4BA8292E-0A1C-4426-81D8-A8B8E024670F}" destId="{3F8A700F-4BEB-4CC3-96E8-EA5D065DF64A}" srcOrd="0" destOrd="0" parTransId="{6A6E81C8-6F05-4C08-B0F6-89FAEFFF3DB2}" sibTransId="{CA2993CB-DE3D-4176-B132-CCA63C7643E2}"/>
    <dgm:cxn modelId="{1C78EA13-B8E9-4174-A6A4-03304C8AABCD}" srcId="{3EF15D4A-3EEB-413D-B8C8-CABECA3228DB}" destId="{6BC3231A-59D0-494E-8DF4-9D8B9540B43E}" srcOrd="0" destOrd="0" parTransId="{04BC22E7-7D3F-4442-8AFF-66E5314290E1}" sibTransId="{C2DD2D13-4CC7-4001-96A0-B9D08ECFE54C}"/>
    <dgm:cxn modelId="{79CB0D2E-DD00-2D43-8509-9207F7717E54}" type="presOf" srcId="{39CC5317-2CAE-4A78-ABCC-AA05C4EC0965}" destId="{D9A0002A-A367-4047-B297-61DB547D951D}" srcOrd="0" destOrd="4" presId="urn:microsoft.com/office/officeart/2005/8/layout/list1"/>
    <dgm:cxn modelId="{66361734-D87C-442B-BF8F-4924F85AB343}" srcId="{5B41B993-703E-4EE1-B18D-3D59FBFBFEB0}" destId="{39CC5317-2CAE-4A78-ABCC-AA05C4EC0965}" srcOrd="2" destOrd="0" parTransId="{CE380BBA-5706-45DB-BD9C-2B49B26ABE16}" sibTransId="{59019B39-F78F-4004-884E-F660699F314A}"/>
    <dgm:cxn modelId="{25C7CF36-8E8A-46F5-ACB8-C4FF9C517F99}" srcId="{5B41B993-703E-4EE1-B18D-3D59FBFBFEB0}" destId="{26AF9EF1-E931-4878-AD07-0D7DEE9CC2E1}" srcOrd="0" destOrd="0" parTransId="{C927FFC9-8D89-4847-9EBD-ACD79CB7F3D4}" sibTransId="{2D2FF1BA-7BA1-46B7-BA02-58D6DBD87ED0}"/>
    <dgm:cxn modelId="{2A1A1A64-5887-4638-B7B5-3AB79F00E1AC}" srcId="{CF5B735E-6C83-4B6C-9260-B5D446E834A4}" destId="{3EF15D4A-3EEB-413D-B8C8-CABECA3228DB}" srcOrd="1" destOrd="0" parTransId="{61C41074-2B42-461C-BD30-508A84B3DE7D}" sibTransId="{96B20262-FD0E-4EBB-B51D-6D1F8318CA83}"/>
    <dgm:cxn modelId="{1C6EDA7A-E0D8-3046-9D61-33679B2256A6}" type="presOf" srcId="{3F8A700F-4BEB-4CC3-96E8-EA5D065DF64A}" destId="{FCA8D547-E74B-8C4F-A279-FC1266302F87}" srcOrd="0" destOrd="0" presId="urn:microsoft.com/office/officeart/2005/8/layout/list1"/>
    <dgm:cxn modelId="{03CE7594-9502-9F46-816B-0C2ED1425C99}" type="presOf" srcId="{33F1A630-B0E4-4244-B3E4-E329417D946A}" destId="{D9A0002A-A367-4047-B297-61DB547D951D}" srcOrd="0" destOrd="3" presId="urn:microsoft.com/office/officeart/2005/8/layout/list1"/>
    <dgm:cxn modelId="{B043B095-E934-E34D-BC32-B2D27C782C29}" type="presOf" srcId="{CF5B735E-6C83-4B6C-9260-B5D446E834A4}" destId="{05923F67-6213-4E4C-BC19-4DFDC04CC976}" srcOrd="0" destOrd="0" presId="urn:microsoft.com/office/officeart/2005/8/layout/list1"/>
    <dgm:cxn modelId="{8880C9A5-4643-49A2-A70F-878AC15B717E}" srcId="{5B41B993-703E-4EE1-B18D-3D59FBFBFEB0}" destId="{33F1A630-B0E4-4244-B3E4-E329417D946A}" srcOrd="1" destOrd="0" parTransId="{218926B7-FBC9-4531-A369-2BBE34D6133C}" sibTransId="{A3BFD186-BC43-4519-BA75-F9BAEA7461C3}"/>
    <dgm:cxn modelId="{DC072AA9-6783-4604-B3CB-19FB977C6B0A}" srcId="{CF5B735E-6C83-4B6C-9260-B5D446E834A4}" destId="{4BA8292E-0A1C-4426-81D8-A8B8E024670F}" srcOrd="0" destOrd="0" parTransId="{AECC1A63-1BD3-4E61-B90B-73029E8F52A9}" sibTransId="{60D75880-D03B-4E50-B1EC-E6CD44E0CF82}"/>
    <dgm:cxn modelId="{B1235AAA-1096-4740-A857-EEEBC603EFDC}" type="presOf" srcId="{6BC3231A-59D0-494E-8DF4-9D8B9540B43E}" destId="{D9A0002A-A367-4047-B297-61DB547D951D}" srcOrd="0" destOrd="0" presId="urn:microsoft.com/office/officeart/2005/8/layout/list1"/>
    <dgm:cxn modelId="{0AD830C7-5121-A340-8823-A761C4895755}" type="presOf" srcId="{26AF9EF1-E931-4878-AD07-0D7DEE9CC2E1}" destId="{D9A0002A-A367-4047-B297-61DB547D951D}" srcOrd="0" destOrd="2" presId="urn:microsoft.com/office/officeart/2005/8/layout/list1"/>
    <dgm:cxn modelId="{FFB99DCA-ABFF-49DE-9C9A-52FF9CCACECF}" srcId="{3EF15D4A-3EEB-413D-B8C8-CABECA3228DB}" destId="{5B41B993-703E-4EE1-B18D-3D59FBFBFEB0}" srcOrd="1" destOrd="0" parTransId="{F151704C-AC1B-4425-BD27-101538CA2A12}" sibTransId="{DB6F0662-F7FE-4137-9A9A-23E4B4A168FF}"/>
    <dgm:cxn modelId="{9A8359DC-C6E3-024A-B1DE-F965DEF5F4C2}" type="presOf" srcId="{4BA8292E-0A1C-4426-81D8-A8B8E024670F}" destId="{E4AE6C65-4C7C-E543-A710-569CD5F99D71}" srcOrd="0" destOrd="0" presId="urn:microsoft.com/office/officeart/2005/8/layout/list1"/>
    <dgm:cxn modelId="{C2899EE8-8A85-0443-AC66-DC94DE8F15E9}" type="presOf" srcId="{3EF15D4A-3EEB-413D-B8C8-CABECA3228DB}" destId="{4134BAAA-BB6C-D04C-B2E5-72A6AA5C120E}" srcOrd="1" destOrd="0" presId="urn:microsoft.com/office/officeart/2005/8/layout/list1"/>
    <dgm:cxn modelId="{62CC27F2-E482-7D4F-9E14-B6D96DDC6038}" type="presOf" srcId="{3EF15D4A-3EEB-413D-B8C8-CABECA3228DB}" destId="{0523F45F-E452-B44B-B733-B8644D19FB2B}" srcOrd="0" destOrd="0" presId="urn:microsoft.com/office/officeart/2005/8/layout/list1"/>
    <dgm:cxn modelId="{5A3053F9-777C-774D-A509-B510C7AC6900}" type="presOf" srcId="{5B41B993-703E-4EE1-B18D-3D59FBFBFEB0}" destId="{D9A0002A-A367-4047-B297-61DB547D951D}" srcOrd="0" destOrd="1" presId="urn:microsoft.com/office/officeart/2005/8/layout/list1"/>
    <dgm:cxn modelId="{0A0461FE-91B5-2746-93BC-2F6896B92E52}" type="presOf" srcId="{4BA8292E-0A1C-4426-81D8-A8B8E024670F}" destId="{5DDC95C0-243F-954C-83BF-3160F982F626}" srcOrd="1" destOrd="0" presId="urn:microsoft.com/office/officeart/2005/8/layout/list1"/>
    <dgm:cxn modelId="{F8261A24-AD03-8A4A-8F48-B757F36A2B15}" type="presParOf" srcId="{05923F67-6213-4E4C-BC19-4DFDC04CC976}" destId="{4BB05394-AF28-CE41-9D67-88A029DE42AB}" srcOrd="0" destOrd="0" presId="urn:microsoft.com/office/officeart/2005/8/layout/list1"/>
    <dgm:cxn modelId="{DF1DEDA2-62AE-9946-96C0-5D44D275245D}" type="presParOf" srcId="{4BB05394-AF28-CE41-9D67-88A029DE42AB}" destId="{E4AE6C65-4C7C-E543-A710-569CD5F99D71}" srcOrd="0" destOrd="0" presId="urn:microsoft.com/office/officeart/2005/8/layout/list1"/>
    <dgm:cxn modelId="{94D82AD3-EBCA-1045-9E6B-D705A976B62F}" type="presParOf" srcId="{4BB05394-AF28-CE41-9D67-88A029DE42AB}" destId="{5DDC95C0-243F-954C-83BF-3160F982F626}" srcOrd="1" destOrd="0" presId="urn:microsoft.com/office/officeart/2005/8/layout/list1"/>
    <dgm:cxn modelId="{B62F520B-8E51-9646-A758-0F858293A138}" type="presParOf" srcId="{05923F67-6213-4E4C-BC19-4DFDC04CC976}" destId="{006BFBFC-0456-C74F-B693-89B116CCD109}" srcOrd="1" destOrd="0" presId="urn:microsoft.com/office/officeart/2005/8/layout/list1"/>
    <dgm:cxn modelId="{441E2B65-4005-C246-A70B-DF9DD229F0FD}" type="presParOf" srcId="{05923F67-6213-4E4C-BC19-4DFDC04CC976}" destId="{FCA8D547-E74B-8C4F-A279-FC1266302F87}" srcOrd="2" destOrd="0" presId="urn:microsoft.com/office/officeart/2005/8/layout/list1"/>
    <dgm:cxn modelId="{6448934C-D817-2341-B5F3-D277A9085D94}" type="presParOf" srcId="{05923F67-6213-4E4C-BC19-4DFDC04CC976}" destId="{E76A9629-FFA2-8045-9D19-12319E5516CC}" srcOrd="3" destOrd="0" presId="urn:microsoft.com/office/officeart/2005/8/layout/list1"/>
    <dgm:cxn modelId="{E70ABAB3-0318-4E48-B173-584EBD918DDD}" type="presParOf" srcId="{05923F67-6213-4E4C-BC19-4DFDC04CC976}" destId="{1D719737-B9ED-CF4B-A6D1-156FC0D4E8B0}" srcOrd="4" destOrd="0" presId="urn:microsoft.com/office/officeart/2005/8/layout/list1"/>
    <dgm:cxn modelId="{7944730B-D014-FE4D-8D68-4B4E71BFBA5C}" type="presParOf" srcId="{1D719737-B9ED-CF4B-A6D1-156FC0D4E8B0}" destId="{0523F45F-E452-B44B-B733-B8644D19FB2B}" srcOrd="0" destOrd="0" presId="urn:microsoft.com/office/officeart/2005/8/layout/list1"/>
    <dgm:cxn modelId="{C1069086-7465-2145-B5D0-585F942227F6}" type="presParOf" srcId="{1D719737-B9ED-CF4B-A6D1-156FC0D4E8B0}" destId="{4134BAAA-BB6C-D04C-B2E5-72A6AA5C120E}" srcOrd="1" destOrd="0" presId="urn:microsoft.com/office/officeart/2005/8/layout/list1"/>
    <dgm:cxn modelId="{3636A874-7396-FB46-88E7-9ED13DB785B5}" type="presParOf" srcId="{05923F67-6213-4E4C-BC19-4DFDC04CC976}" destId="{CB03E968-3E7C-4043-9799-98602D957DF7}" srcOrd="5" destOrd="0" presId="urn:microsoft.com/office/officeart/2005/8/layout/list1"/>
    <dgm:cxn modelId="{185C90E0-7466-3A43-B778-590E3402F946}" type="presParOf" srcId="{05923F67-6213-4E4C-BC19-4DFDC04CC976}" destId="{D9A0002A-A367-4047-B297-61DB547D951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C3AED06-1703-4D3E-A88A-AE93164AA73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C925E69-5B0C-41D1-B34F-E2B3B652B4F0}">
      <dgm:prSet/>
      <dgm:spPr/>
      <dgm:t>
        <a:bodyPr/>
        <a:lstStyle/>
        <a:p>
          <a:r>
            <a:rPr kumimoji="1" lang="ko-KR"/>
            <a:t>심의 에이전트는 환경 변화에 반응할 뿐만 아니라 행동을 유도할 수 있어야 하기 때문에 반응형 에이전트보다 훨씬 더 복잡함</a:t>
          </a:r>
          <a:endParaRPr lang="en-US"/>
        </a:p>
      </dgm:t>
    </dgm:pt>
    <dgm:pt modelId="{2A48793B-5D0C-4D16-B163-527CA319CC37}" type="parTrans" cxnId="{E15FA030-B344-4C50-857C-E832E16308D4}">
      <dgm:prSet/>
      <dgm:spPr/>
      <dgm:t>
        <a:bodyPr/>
        <a:lstStyle/>
        <a:p>
          <a:endParaRPr lang="en-US"/>
        </a:p>
      </dgm:t>
    </dgm:pt>
    <dgm:pt modelId="{3CFE0F55-4A1C-4B22-A070-80C04F039730}" type="sibTrans" cxnId="{E15FA030-B344-4C50-857C-E832E16308D4}">
      <dgm:prSet/>
      <dgm:spPr/>
      <dgm:t>
        <a:bodyPr/>
        <a:lstStyle/>
        <a:p>
          <a:endParaRPr lang="en-US"/>
        </a:p>
      </dgm:t>
    </dgm:pt>
    <dgm:pt modelId="{CDCD48C0-BD94-4C4A-AA2F-42251C7CF143}">
      <dgm:prSet/>
      <dgm:spPr/>
      <dgm:t>
        <a:bodyPr/>
        <a:lstStyle/>
        <a:p>
          <a:r>
            <a:rPr kumimoji="1" lang="ko-KR"/>
            <a:t>심의 에이전트를 위해 제안된 아키텍처 중 하나는 </a:t>
          </a:r>
          <a:r>
            <a:rPr kumimoji="1" lang="en-US"/>
            <a:t>BDI(Belief-Desire-Intention) </a:t>
          </a:r>
          <a:r>
            <a:rPr kumimoji="1" lang="ko-KR"/>
            <a:t>에이전트</a:t>
          </a:r>
          <a:endParaRPr lang="en-US"/>
        </a:p>
      </dgm:t>
    </dgm:pt>
    <dgm:pt modelId="{610C5E9A-6E49-4260-B2B5-E82D3C0CBCF4}" type="parTrans" cxnId="{E71C9FDD-3125-4911-93B0-057AF719CD67}">
      <dgm:prSet/>
      <dgm:spPr/>
      <dgm:t>
        <a:bodyPr/>
        <a:lstStyle/>
        <a:p>
          <a:endParaRPr lang="en-US"/>
        </a:p>
      </dgm:t>
    </dgm:pt>
    <dgm:pt modelId="{1CB53382-49DA-4A43-8486-6793E2541F59}" type="sibTrans" cxnId="{E71C9FDD-3125-4911-93B0-057AF719CD67}">
      <dgm:prSet/>
      <dgm:spPr/>
      <dgm:t>
        <a:bodyPr/>
        <a:lstStyle/>
        <a:p>
          <a:endParaRPr lang="en-US"/>
        </a:p>
      </dgm:t>
    </dgm:pt>
    <dgm:pt modelId="{4F80E6DB-3D9F-43F7-AF43-F84C11AA7EC3}">
      <dgm:prSet/>
      <dgm:spPr/>
      <dgm:t>
        <a:bodyPr/>
        <a:lstStyle/>
        <a:p>
          <a:r>
            <a:rPr kumimoji="1" lang="ko-KR"/>
            <a:t>신념은 에이전트의 환경에 대한 지식 집합을 형성</a:t>
          </a:r>
          <a:endParaRPr lang="en-US"/>
        </a:p>
      </dgm:t>
    </dgm:pt>
    <dgm:pt modelId="{42CD0A53-4CE6-43FC-9172-9FFDDE72FBC7}" type="parTrans" cxnId="{AAA5735B-D9FF-42B5-B922-96433FD4DCCA}">
      <dgm:prSet/>
      <dgm:spPr/>
      <dgm:t>
        <a:bodyPr/>
        <a:lstStyle/>
        <a:p>
          <a:endParaRPr lang="en-US"/>
        </a:p>
      </dgm:t>
    </dgm:pt>
    <dgm:pt modelId="{FF3D107C-36EA-45D4-B130-06D7642E2BD7}" type="sibTrans" cxnId="{AAA5735B-D9FF-42B5-B922-96433FD4DCCA}">
      <dgm:prSet/>
      <dgm:spPr/>
      <dgm:t>
        <a:bodyPr/>
        <a:lstStyle/>
        <a:p>
          <a:endParaRPr lang="en-US"/>
        </a:p>
      </dgm:t>
    </dgm:pt>
    <dgm:pt modelId="{D7695EB4-3801-4461-9FCA-CA5B96D9FB44}">
      <dgm:prSet/>
      <dgm:spPr/>
      <dgm:t>
        <a:bodyPr/>
        <a:lstStyle/>
        <a:p>
          <a:r>
            <a:rPr kumimoji="1" lang="ko-KR"/>
            <a:t>이는 에이전트가 환경의 특정 상황에 적용할 수 있는 지식 기반 또는 일련의 규칙으로 구성될 수 있음</a:t>
          </a:r>
          <a:endParaRPr lang="en-US"/>
        </a:p>
      </dgm:t>
    </dgm:pt>
    <dgm:pt modelId="{D0763884-9146-49F9-80CA-3F84D1CC98C7}" type="parTrans" cxnId="{276BA549-5FE5-4E13-AC83-C296E1280D1E}">
      <dgm:prSet/>
      <dgm:spPr/>
      <dgm:t>
        <a:bodyPr/>
        <a:lstStyle/>
        <a:p>
          <a:endParaRPr lang="en-US"/>
        </a:p>
      </dgm:t>
    </dgm:pt>
    <dgm:pt modelId="{FB0D4A78-9007-49AF-89F4-F2363E99F4A1}" type="sibTrans" cxnId="{276BA549-5FE5-4E13-AC83-C296E1280D1E}">
      <dgm:prSet/>
      <dgm:spPr/>
      <dgm:t>
        <a:bodyPr/>
        <a:lstStyle/>
        <a:p>
          <a:endParaRPr lang="en-US"/>
        </a:p>
      </dgm:t>
    </dgm:pt>
    <dgm:pt modelId="{C9AE0BD7-BA64-4F6B-BDB5-10F361E72263}">
      <dgm:prSet/>
      <dgm:spPr/>
      <dgm:t>
        <a:bodyPr/>
        <a:lstStyle/>
        <a:p>
          <a:r>
            <a:rPr kumimoji="1" lang="ko-KR"/>
            <a:t>욕구는 에이전트가 하고자 하는 일</a:t>
          </a:r>
          <a:r>
            <a:rPr kumimoji="1" lang="en-US"/>
            <a:t>, </a:t>
          </a:r>
          <a:r>
            <a:rPr kumimoji="1" lang="ko-KR"/>
            <a:t>즉 목표를 정의</a:t>
          </a:r>
          <a:endParaRPr lang="en-US"/>
        </a:p>
      </dgm:t>
    </dgm:pt>
    <dgm:pt modelId="{69754227-0D41-40EF-9733-748E2793280C}" type="parTrans" cxnId="{8BF5DACB-4E03-4BC5-A504-F4AA84C918BA}">
      <dgm:prSet/>
      <dgm:spPr/>
      <dgm:t>
        <a:bodyPr/>
        <a:lstStyle/>
        <a:p>
          <a:endParaRPr lang="en-US"/>
        </a:p>
      </dgm:t>
    </dgm:pt>
    <dgm:pt modelId="{1E27242E-FBB4-4857-89D8-1836F2A3E974}" type="sibTrans" cxnId="{8BF5DACB-4E03-4BC5-A504-F4AA84C918BA}">
      <dgm:prSet/>
      <dgm:spPr/>
      <dgm:t>
        <a:bodyPr/>
        <a:lstStyle/>
        <a:p>
          <a:endParaRPr lang="en-US"/>
        </a:p>
      </dgm:t>
    </dgm:pt>
    <dgm:pt modelId="{E6D677B8-0173-4CFE-8AA4-CA23B2CE1E8D}">
      <dgm:prSet/>
      <dgm:spPr/>
      <dgm:t>
        <a:bodyPr/>
        <a:lstStyle/>
        <a:p>
          <a:r>
            <a:rPr kumimoji="1" lang="ko-KR"/>
            <a:t>예를 들어 위의 개인 비서 상담원의 목표는 투어 예약이고 호텔 상담원의 목표는 수익 극대화</a:t>
          </a:r>
          <a:endParaRPr lang="en-US"/>
        </a:p>
      </dgm:t>
    </dgm:pt>
    <dgm:pt modelId="{2BBB225C-D443-417D-956D-C4640F282898}" type="parTrans" cxnId="{4A28263F-AC17-41F4-9EF5-0088B1801303}">
      <dgm:prSet/>
      <dgm:spPr/>
      <dgm:t>
        <a:bodyPr/>
        <a:lstStyle/>
        <a:p>
          <a:endParaRPr lang="en-US"/>
        </a:p>
      </dgm:t>
    </dgm:pt>
    <dgm:pt modelId="{4E326BAD-CCA9-4FF6-8B4D-ABF63816BB9E}" type="sibTrans" cxnId="{4A28263F-AC17-41F4-9EF5-0088B1801303}">
      <dgm:prSet/>
      <dgm:spPr/>
      <dgm:t>
        <a:bodyPr/>
        <a:lstStyle/>
        <a:p>
          <a:endParaRPr lang="en-US"/>
        </a:p>
      </dgm:t>
    </dgm:pt>
    <dgm:pt modelId="{D8345A4D-8BA3-4E21-9DCC-AC9AC3BB00C2}">
      <dgm:prSet/>
      <dgm:spPr/>
      <dgm:t>
        <a:bodyPr/>
        <a:lstStyle/>
        <a:p>
          <a:r>
            <a:rPr kumimoji="1" lang="ko-KR"/>
            <a:t>인텐션은 에이전트가 목표를 달성하기 위해 계획하는 구체적인 행동</a:t>
          </a:r>
          <a:endParaRPr lang="en-US"/>
        </a:p>
      </dgm:t>
    </dgm:pt>
    <dgm:pt modelId="{62DA3186-1E68-4FD7-9A00-23D9A55A647C}" type="parTrans" cxnId="{10BFB4E4-3846-4967-87D9-1662FBA26E1A}">
      <dgm:prSet/>
      <dgm:spPr/>
      <dgm:t>
        <a:bodyPr/>
        <a:lstStyle/>
        <a:p>
          <a:endParaRPr lang="en-US"/>
        </a:p>
      </dgm:t>
    </dgm:pt>
    <dgm:pt modelId="{CCC444F5-E2C0-4567-97BD-CE18EB2FE360}" type="sibTrans" cxnId="{10BFB4E4-3846-4967-87D9-1662FBA26E1A}">
      <dgm:prSet/>
      <dgm:spPr/>
      <dgm:t>
        <a:bodyPr/>
        <a:lstStyle/>
        <a:p>
          <a:endParaRPr lang="en-US"/>
        </a:p>
      </dgm:t>
    </dgm:pt>
    <dgm:pt modelId="{833A342B-01BF-4920-8BD6-E19EF946E68E}">
      <dgm:prSet/>
      <dgm:spPr/>
      <dgm:t>
        <a:bodyPr/>
        <a:lstStyle/>
        <a:p>
          <a:r>
            <a:rPr kumimoji="1" lang="ko-KR"/>
            <a:t>행동은 일반적으로 환경을 바꾸고 다른 상담원과의 커뮤니케이션을 유발</a:t>
          </a:r>
          <a:endParaRPr lang="en-US"/>
        </a:p>
      </dgm:t>
    </dgm:pt>
    <dgm:pt modelId="{8985F365-B420-43CB-8A43-5853F7D92D7D}" type="parTrans" cxnId="{058D3D48-BE8D-46E0-8FBE-74D449A6F307}">
      <dgm:prSet/>
      <dgm:spPr/>
      <dgm:t>
        <a:bodyPr/>
        <a:lstStyle/>
        <a:p>
          <a:endParaRPr lang="en-US"/>
        </a:p>
      </dgm:t>
    </dgm:pt>
    <dgm:pt modelId="{62C3DAAB-4066-4441-9F44-5F1E73F8AD11}" type="sibTrans" cxnId="{058D3D48-BE8D-46E0-8FBE-74D449A6F307}">
      <dgm:prSet/>
      <dgm:spPr/>
      <dgm:t>
        <a:bodyPr/>
        <a:lstStyle/>
        <a:p>
          <a:endParaRPr lang="en-US"/>
        </a:p>
      </dgm:t>
    </dgm:pt>
    <dgm:pt modelId="{F4B3519F-5D90-D24A-935D-3F1665CBEBAE}" type="pres">
      <dgm:prSet presAssocID="{EC3AED06-1703-4D3E-A88A-AE93164AA737}" presName="Name0" presStyleCnt="0">
        <dgm:presLayoutVars>
          <dgm:dir/>
          <dgm:animLvl val="lvl"/>
          <dgm:resizeHandles val="exact"/>
        </dgm:presLayoutVars>
      </dgm:prSet>
      <dgm:spPr/>
    </dgm:pt>
    <dgm:pt modelId="{26D60A41-0EEA-1A45-865B-298E88D18555}" type="pres">
      <dgm:prSet presAssocID="{3C925E69-5B0C-41D1-B34F-E2B3B652B4F0}" presName="linNode" presStyleCnt="0"/>
      <dgm:spPr/>
    </dgm:pt>
    <dgm:pt modelId="{EDA6910D-9D4A-9C44-8770-9E57BEA9EA3C}" type="pres">
      <dgm:prSet presAssocID="{3C925E69-5B0C-41D1-B34F-E2B3B652B4F0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5C3C9CE-FA5C-324A-B699-8240EE2F6B0B}" type="pres">
      <dgm:prSet presAssocID="{3C925E69-5B0C-41D1-B34F-E2B3B652B4F0}" presName="descendantText" presStyleLbl="alignAccFollowNode1" presStyleIdx="0" presStyleCnt="4">
        <dgm:presLayoutVars>
          <dgm:bulletEnabled val="1"/>
        </dgm:presLayoutVars>
      </dgm:prSet>
      <dgm:spPr/>
    </dgm:pt>
    <dgm:pt modelId="{1142F919-053C-5A46-894D-A889F2E486F6}" type="pres">
      <dgm:prSet presAssocID="{3CFE0F55-4A1C-4B22-A070-80C04F039730}" presName="sp" presStyleCnt="0"/>
      <dgm:spPr/>
    </dgm:pt>
    <dgm:pt modelId="{3213F7FE-6108-3E4D-9A59-9AEEE1B81FAB}" type="pres">
      <dgm:prSet presAssocID="{4F80E6DB-3D9F-43F7-AF43-F84C11AA7EC3}" presName="linNode" presStyleCnt="0"/>
      <dgm:spPr/>
    </dgm:pt>
    <dgm:pt modelId="{3FD330D3-9D14-9F4B-9350-FFA2BA32C495}" type="pres">
      <dgm:prSet presAssocID="{4F80E6DB-3D9F-43F7-AF43-F84C11AA7EC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450A885B-C276-1744-9E68-837B9F0B6757}" type="pres">
      <dgm:prSet presAssocID="{4F80E6DB-3D9F-43F7-AF43-F84C11AA7EC3}" presName="descendantText" presStyleLbl="alignAccFollowNode1" presStyleIdx="1" presStyleCnt="4">
        <dgm:presLayoutVars>
          <dgm:bulletEnabled val="1"/>
        </dgm:presLayoutVars>
      </dgm:prSet>
      <dgm:spPr/>
    </dgm:pt>
    <dgm:pt modelId="{92EC4D44-ADB2-A243-AA88-DAA7CA5EBA8A}" type="pres">
      <dgm:prSet presAssocID="{FF3D107C-36EA-45D4-B130-06D7642E2BD7}" presName="sp" presStyleCnt="0"/>
      <dgm:spPr/>
    </dgm:pt>
    <dgm:pt modelId="{A54D9B74-17D6-DF4F-85FC-0373BDED678E}" type="pres">
      <dgm:prSet presAssocID="{C9AE0BD7-BA64-4F6B-BDB5-10F361E72263}" presName="linNode" presStyleCnt="0"/>
      <dgm:spPr/>
    </dgm:pt>
    <dgm:pt modelId="{2403B667-2EF9-A84C-A987-BA99836EB0E6}" type="pres">
      <dgm:prSet presAssocID="{C9AE0BD7-BA64-4F6B-BDB5-10F361E7226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CDF3D68-B553-7944-AA8A-1A93A7649183}" type="pres">
      <dgm:prSet presAssocID="{C9AE0BD7-BA64-4F6B-BDB5-10F361E72263}" presName="descendantText" presStyleLbl="alignAccFollowNode1" presStyleIdx="2" presStyleCnt="4">
        <dgm:presLayoutVars>
          <dgm:bulletEnabled val="1"/>
        </dgm:presLayoutVars>
      </dgm:prSet>
      <dgm:spPr/>
    </dgm:pt>
    <dgm:pt modelId="{BD8E3B66-5BCD-BF4B-B243-079A845CAC80}" type="pres">
      <dgm:prSet presAssocID="{1E27242E-FBB4-4857-89D8-1836F2A3E974}" presName="sp" presStyleCnt="0"/>
      <dgm:spPr/>
    </dgm:pt>
    <dgm:pt modelId="{432E5D39-350F-CC41-8265-5E29895C5905}" type="pres">
      <dgm:prSet presAssocID="{D8345A4D-8BA3-4E21-9DCC-AC9AC3BB00C2}" presName="linNode" presStyleCnt="0"/>
      <dgm:spPr/>
    </dgm:pt>
    <dgm:pt modelId="{56E371CC-892D-484B-9AFB-5B205B055915}" type="pres">
      <dgm:prSet presAssocID="{D8345A4D-8BA3-4E21-9DCC-AC9AC3BB00C2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8A92489-0A04-414F-8737-A837A24863A0}" type="pres">
      <dgm:prSet presAssocID="{D8345A4D-8BA3-4E21-9DCC-AC9AC3BB00C2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D9D0400C-342F-CC44-8B29-C19E9E66AE85}" type="presOf" srcId="{D7695EB4-3801-4461-9FCA-CA5B96D9FB44}" destId="{450A885B-C276-1744-9E68-837B9F0B6757}" srcOrd="0" destOrd="0" presId="urn:microsoft.com/office/officeart/2005/8/layout/vList5"/>
    <dgm:cxn modelId="{45A29417-EBAA-D24B-9D76-08ABFDB5D918}" type="presOf" srcId="{3C925E69-5B0C-41D1-B34F-E2B3B652B4F0}" destId="{EDA6910D-9D4A-9C44-8770-9E57BEA9EA3C}" srcOrd="0" destOrd="0" presId="urn:microsoft.com/office/officeart/2005/8/layout/vList5"/>
    <dgm:cxn modelId="{E15FA030-B344-4C50-857C-E832E16308D4}" srcId="{EC3AED06-1703-4D3E-A88A-AE93164AA737}" destId="{3C925E69-5B0C-41D1-B34F-E2B3B652B4F0}" srcOrd="0" destOrd="0" parTransId="{2A48793B-5D0C-4D16-B163-527CA319CC37}" sibTransId="{3CFE0F55-4A1C-4B22-A070-80C04F039730}"/>
    <dgm:cxn modelId="{4A28263F-AC17-41F4-9EF5-0088B1801303}" srcId="{C9AE0BD7-BA64-4F6B-BDB5-10F361E72263}" destId="{E6D677B8-0173-4CFE-8AA4-CA23B2CE1E8D}" srcOrd="0" destOrd="0" parTransId="{2BBB225C-D443-417D-956D-C4640F282898}" sibTransId="{4E326BAD-CCA9-4FF6-8B4D-ABF63816BB9E}"/>
    <dgm:cxn modelId="{058D3D48-BE8D-46E0-8FBE-74D449A6F307}" srcId="{D8345A4D-8BA3-4E21-9DCC-AC9AC3BB00C2}" destId="{833A342B-01BF-4920-8BD6-E19EF946E68E}" srcOrd="0" destOrd="0" parTransId="{8985F365-B420-43CB-8A43-5853F7D92D7D}" sibTransId="{62C3DAAB-4066-4441-9F44-5F1E73F8AD11}"/>
    <dgm:cxn modelId="{276BA549-5FE5-4E13-AC83-C296E1280D1E}" srcId="{4F80E6DB-3D9F-43F7-AF43-F84C11AA7EC3}" destId="{D7695EB4-3801-4461-9FCA-CA5B96D9FB44}" srcOrd="0" destOrd="0" parTransId="{D0763884-9146-49F9-80CA-3F84D1CC98C7}" sibTransId="{FB0D4A78-9007-49AF-89F4-F2363E99F4A1}"/>
    <dgm:cxn modelId="{39C80156-0A32-5547-BCE4-6A0903277467}" type="presOf" srcId="{CDCD48C0-BD94-4C4A-AA2F-42251C7CF143}" destId="{35C3C9CE-FA5C-324A-B699-8240EE2F6B0B}" srcOrd="0" destOrd="0" presId="urn:microsoft.com/office/officeart/2005/8/layout/vList5"/>
    <dgm:cxn modelId="{AAA5735B-D9FF-42B5-B922-96433FD4DCCA}" srcId="{EC3AED06-1703-4D3E-A88A-AE93164AA737}" destId="{4F80E6DB-3D9F-43F7-AF43-F84C11AA7EC3}" srcOrd="1" destOrd="0" parTransId="{42CD0A53-4CE6-43FC-9172-9FFDDE72FBC7}" sibTransId="{FF3D107C-36EA-45D4-B130-06D7642E2BD7}"/>
    <dgm:cxn modelId="{CBBC8462-E517-024F-8325-E42C6CC282B4}" type="presOf" srcId="{C9AE0BD7-BA64-4F6B-BDB5-10F361E72263}" destId="{2403B667-2EF9-A84C-A987-BA99836EB0E6}" srcOrd="0" destOrd="0" presId="urn:microsoft.com/office/officeart/2005/8/layout/vList5"/>
    <dgm:cxn modelId="{D636C58F-D383-7348-880B-301125F42963}" type="presOf" srcId="{E6D677B8-0173-4CFE-8AA4-CA23B2CE1E8D}" destId="{0CDF3D68-B553-7944-AA8A-1A93A7649183}" srcOrd="0" destOrd="0" presId="urn:microsoft.com/office/officeart/2005/8/layout/vList5"/>
    <dgm:cxn modelId="{BE3C32C7-F1A7-FE47-BDFA-2DC145EF3DC5}" type="presOf" srcId="{EC3AED06-1703-4D3E-A88A-AE93164AA737}" destId="{F4B3519F-5D90-D24A-935D-3F1665CBEBAE}" srcOrd="0" destOrd="0" presId="urn:microsoft.com/office/officeart/2005/8/layout/vList5"/>
    <dgm:cxn modelId="{B21FF3C7-3EAC-434B-93FF-DF8EA95F8E8C}" type="presOf" srcId="{833A342B-01BF-4920-8BD6-E19EF946E68E}" destId="{E8A92489-0A04-414F-8737-A837A24863A0}" srcOrd="0" destOrd="0" presId="urn:microsoft.com/office/officeart/2005/8/layout/vList5"/>
    <dgm:cxn modelId="{8BF5DACB-4E03-4BC5-A504-F4AA84C918BA}" srcId="{EC3AED06-1703-4D3E-A88A-AE93164AA737}" destId="{C9AE0BD7-BA64-4F6B-BDB5-10F361E72263}" srcOrd="2" destOrd="0" parTransId="{69754227-0D41-40EF-9733-748E2793280C}" sibTransId="{1E27242E-FBB4-4857-89D8-1836F2A3E974}"/>
    <dgm:cxn modelId="{4DE049D9-2622-424B-AB87-E6CDCFF783D5}" type="presOf" srcId="{4F80E6DB-3D9F-43F7-AF43-F84C11AA7EC3}" destId="{3FD330D3-9D14-9F4B-9350-FFA2BA32C495}" srcOrd="0" destOrd="0" presId="urn:microsoft.com/office/officeart/2005/8/layout/vList5"/>
    <dgm:cxn modelId="{E71C9FDD-3125-4911-93B0-057AF719CD67}" srcId="{3C925E69-5B0C-41D1-B34F-E2B3B652B4F0}" destId="{CDCD48C0-BD94-4C4A-AA2F-42251C7CF143}" srcOrd="0" destOrd="0" parTransId="{610C5E9A-6E49-4260-B2B5-E82D3C0CBCF4}" sibTransId="{1CB53382-49DA-4A43-8486-6793E2541F59}"/>
    <dgm:cxn modelId="{B57AB6E0-5C23-5649-B8EF-9090E85E7C02}" type="presOf" srcId="{D8345A4D-8BA3-4E21-9DCC-AC9AC3BB00C2}" destId="{56E371CC-892D-484B-9AFB-5B205B055915}" srcOrd="0" destOrd="0" presId="urn:microsoft.com/office/officeart/2005/8/layout/vList5"/>
    <dgm:cxn modelId="{10BFB4E4-3846-4967-87D9-1662FBA26E1A}" srcId="{EC3AED06-1703-4D3E-A88A-AE93164AA737}" destId="{D8345A4D-8BA3-4E21-9DCC-AC9AC3BB00C2}" srcOrd="3" destOrd="0" parTransId="{62DA3186-1E68-4FD7-9A00-23D9A55A647C}" sibTransId="{CCC444F5-E2C0-4567-97BD-CE18EB2FE360}"/>
    <dgm:cxn modelId="{DBA905FD-D8E9-EE41-8EF8-27092B7F5137}" type="presParOf" srcId="{F4B3519F-5D90-D24A-935D-3F1665CBEBAE}" destId="{26D60A41-0EEA-1A45-865B-298E88D18555}" srcOrd="0" destOrd="0" presId="urn:microsoft.com/office/officeart/2005/8/layout/vList5"/>
    <dgm:cxn modelId="{CD3D14C4-E711-1B45-BF12-1225C73E371A}" type="presParOf" srcId="{26D60A41-0EEA-1A45-865B-298E88D18555}" destId="{EDA6910D-9D4A-9C44-8770-9E57BEA9EA3C}" srcOrd="0" destOrd="0" presId="urn:microsoft.com/office/officeart/2005/8/layout/vList5"/>
    <dgm:cxn modelId="{0F1154CD-A8B5-6C4D-8116-F9151657F8D4}" type="presParOf" srcId="{26D60A41-0EEA-1A45-865B-298E88D18555}" destId="{35C3C9CE-FA5C-324A-B699-8240EE2F6B0B}" srcOrd="1" destOrd="0" presId="urn:microsoft.com/office/officeart/2005/8/layout/vList5"/>
    <dgm:cxn modelId="{ADFDC4D3-E1F8-9C44-B35F-40BBA1B55BA7}" type="presParOf" srcId="{F4B3519F-5D90-D24A-935D-3F1665CBEBAE}" destId="{1142F919-053C-5A46-894D-A889F2E486F6}" srcOrd="1" destOrd="0" presId="urn:microsoft.com/office/officeart/2005/8/layout/vList5"/>
    <dgm:cxn modelId="{D5315BA2-1F18-AC4D-8329-F8A94F147F2C}" type="presParOf" srcId="{F4B3519F-5D90-D24A-935D-3F1665CBEBAE}" destId="{3213F7FE-6108-3E4D-9A59-9AEEE1B81FAB}" srcOrd="2" destOrd="0" presId="urn:microsoft.com/office/officeart/2005/8/layout/vList5"/>
    <dgm:cxn modelId="{DF66EBC9-C3B5-C14F-AA1F-275395DE3C2A}" type="presParOf" srcId="{3213F7FE-6108-3E4D-9A59-9AEEE1B81FAB}" destId="{3FD330D3-9D14-9F4B-9350-FFA2BA32C495}" srcOrd="0" destOrd="0" presId="urn:microsoft.com/office/officeart/2005/8/layout/vList5"/>
    <dgm:cxn modelId="{44FE82CB-4497-5A48-9A12-53F562F7D663}" type="presParOf" srcId="{3213F7FE-6108-3E4D-9A59-9AEEE1B81FAB}" destId="{450A885B-C276-1744-9E68-837B9F0B6757}" srcOrd="1" destOrd="0" presId="urn:microsoft.com/office/officeart/2005/8/layout/vList5"/>
    <dgm:cxn modelId="{FB5C6370-652E-BA44-8650-3BB0D33E1857}" type="presParOf" srcId="{F4B3519F-5D90-D24A-935D-3F1665CBEBAE}" destId="{92EC4D44-ADB2-A243-AA88-DAA7CA5EBA8A}" srcOrd="3" destOrd="0" presId="urn:microsoft.com/office/officeart/2005/8/layout/vList5"/>
    <dgm:cxn modelId="{0ECF8E22-F1E9-7442-911C-1F6B11961851}" type="presParOf" srcId="{F4B3519F-5D90-D24A-935D-3F1665CBEBAE}" destId="{A54D9B74-17D6-DF4F-85FC-0373BDED678E}" srcOrd="4" destOrd="0" presId="urn:microsoft.com/office/officeart/2005/8/layout/vList5"/>
    <dgm:cxn modelId="{8D99F113-751C-F44A-8EAC-F2A5CAD30C9F}" type="presParOf" srcId="{A54D9B74-17D6-DF4F-85FC-0373BDED678E}" destId="{2403B667-2EF9-A84C-A987-BA99836EB0E6}" srcOrd="0" destOrd="0" presId="urn:microsoft.com/office/officeart/2005/8/layout/vList5"/>
    <dgm:cxn modelId="{BAB83820-D07A-CE41-B5CF-2DEA0B73C5E6}" type="presParOf" srcId="{A54D9B74-17D6-DF4F-85FC-0373BDED678E}" destId="{0CDF3D68-B553-7944-AA8A-1A93A7649183}" srcOrd="1" destOrd="0" presId="urn:microsoft.com/office/officeart/2005/8/layout/vList5"/>
    <dgm:cxn modelId="{443FF034-FF1B-9249-87E9-16BF2C700F85}" type="presParOf" srcId="{F4B3519F-5D90-D24A-935D-3F1665CBEBAE}" destId="{BD8E3B66-5BCD-BF4B-B243-079A845CAC80}" srcOrd="5" destOrd="0" presId="urn:microsoft.com/office/officeart/2005/8/layout/vList5"/>
    <dgm:cxn modelId="{25BCED10-B4AE-1549-B89C-940D1F1FFD11}" type="presParOf" srcId="{F4B3519F-5D90-D24A-935D-3F1665CBEBAE}" destId="{432E5D39-350F-CC41-8265-5E29895C5905}" srcOrd="6" destOrd="0" presId="urn:microsoft.com/office/officeart/2005/8/layout/vList5"/>
    <dgm:cxn modelId="{46ABCAD8-CCE1-BB4F-9619-0F07340C3DB1}" type="presParOf" srcId="{432E5D39-350F-CC41-8265-5E29895C5905}" destId="{56E371CC-892D-484B-9AFB-5B205B055915}" srcOrd="0" destOrd="0" presId="urn:microsoft.com/office/officeart/2005/8/layout/vList5"/>
    <dgm:cxn modelId="{976DD507-B97E-4A4A-B1C9-3CBC017DD501}" type="presParOf" srcId="{432E5D39-350F-CC41-8265-5E29895C5905}" destId="{E8A92489-0A04-414F-8737-A837A24863A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169EC-FCC6-E141-B1AC-F9D526D205DC}">
      <dsp:nvSpPr>
        <dsp:cNvPr id="0" name=""/>
        <dsp:cNvSpPr/>
      </dsp:nvSpPr>
      <dsp:spPr>
        <a:xfrm>
          <a:off x="0" y="137094"/>
          <a:ext cx="6261100" cy="105958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게임에서 많은 비플레이어 캐릭터는 일종의 </a:t>
          </a:r>
          <a:r>
            <a:rPr kumimoji="1" lang="en-US" sz="1400" kern="1200"/>
            <a:t>AI</a:t>
          </a:r>
          <a:r>
            <a:rPr kumimoji="1" lang="ko-KR" sz="1400" kern="1200"/>
            <a:t>를 사용하며 지능형 에이전트로 간주할 수 있음</a:t>
          </a:r>
          <a:endParaRPr lang="en-US" sz="1400" kern="1200"/>
        </a:p>
      </dsp:txBody>
      <dsp:txXfrm>
        <a:off x="51724" y="188818"/>
        <a:ext cx="6157652" cy="956133"/>
      </dsp:txXfrm>
    </dsp:sp>
    <dsp:sp modelId="{4BD0827E-67B6-9945-86BA-3F46C3DACB47}">
      <dsp:nvSpPr>
        <dsp:cNvPr id="0" name=""/>
        <dsp:cNvSpPr/>
      </dsp:nvSpPr>
      <dsp:spPr>
        <a:xfrm>
          <a:off x="0" y="1236996"/>
          <a:ext cx="6261100" cy="1059581"/>
        </a:xfrm>
        <a:prstGeom prst="roundRect">
          <a:avLst/>
        </a:prstGeom>
        <a:gradFill rotWithShape="0">
          <a:gsLst>
            <a:gs pos="0">
              <a:schemeClr val="accent2">
                <a:hueOff val="1847440"/>
                <a:satOff val="-318"/>
                <a:lumOff val="-326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847440"/>
                <a:satOff val="-318"/>
                <a:lumOff val="-326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847440"/>
                <a:satOff val="-318"/>
                <a:lumOff val="-326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비디오 제작에서 군중이 등장하는 복잡한 </a:t>
          </a:r>
          <a:r>
            <a:rPr kumimoji="1" lang="en-US" sz="1400" kern="1200"/>
            <a:t>3D </a:t>
          </a:r>
          <a:r>
            <a:rPr kumimoji="1" lang="ko-KR" sz="1400" kern="1200"/>
            <a:t>장면 렌더링은 일반적으로 멀티 에이전트 시뮬레이션을 사용하여 수행</a:t>
          </a:r>
          <a:endParaRPr lang="en-US" sz="1400" kern="1200"/>
        </a:p>
      </dsp:txBody>
      <dsp:txXfrm>
        <a:off x="51724" y="1288720"/>
        <a:ext cx="6157652" cy="956133"/>
      </dsp:txXfrm>
    </dsp:sp>
    <dsp:sp modelId="{CBB714CF-9B36-DD49-A3D7-09BA7D1E9810}">
      <dsp:nvSpPr>
        <dsp:cNvPr id="0" name=""/>
        <dsp:cNvSpPr/>
      </dsp:nvSpPr>
      <dsp:spPr>
        <a:xfrm>
          <a:off x="0" y="2336897"/>
          <a:ext cx="6261100" cy="1059581"/>
        </a:xfrm>
        <a:prstGeom prst="roundRect">
          <a:avLst/>
        </a:prstGeom>
        <a:gradFill rotWithShape="0">
          <a:gsLst>
            <a:gs pos="0">
              <a:schemeClr val="accent2">
                <a:hueOff val="3694879"/>
                <a:satOff val="-635"/>
                <a:lumOff val="-653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694879"/>
                <a:satOff val="-635"/>
                <a:lumOff val="-653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694879"/>
                <a:satOff val="-635"/>
                <a:lumOff val="-653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시스템 모델링에서는 복잡한 모델의 동작을 시뮬레이션하기 위해 다중 에이전트 접근 방식을 사용</a:t>
          </a:r>
          <a:endParaRPr lang="en-US" sz="1400" kern="1200"/>
        </a:p>
      </dsp:txBody>
      <dsp:txXfrm>
        <a:off x="51724" y="2388621"/>
        <a:ext cx="6157652" cy="956133"/>
      </dsp:txXfrm>
    </dsp:sp>
    <dsp:sp modelId="{B0172652-881C-1C49-9165-055CA0696B81}">
      <dsp:nvSpPr>
        <dsp:cNvPr id="0" name=""/>
        <dsp:cNvSpPr/>
      </dsp:nvSpPr>
      <dsp:spPr>
        <a:xfrm>
          <a:off x="0" y="3396478"/>
          <a:ext cx="6261100" cy="985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17780" rIns="99568" bIns="17780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100" kern="1200"/>
            <a:t>예를 들어</a:t>
          </a:r>
          <a:r>
            <a:rPr kumimoji="1" lang="en-US" sz="1100" kern="1200"/>
            <a:t>, </a:t>
          </a:r>
          <a:r>
            <a:rPr kumimoji="1" lang="ko-KR" sz="1100" kern="1200"/>
            <a:t>다중 에이전트 접근 방식은 전 세계 코로나</a:t>
          </a:r>
          <a:r>
            <a:rPr kumimoji="1" lang="en-US" sz="1100" kern="1200"/>
            <a:t>19</a:t>
          </a:r>
          <a:r>
            <a:rPr kumimoji="1" lang="ko-KR" sz="1100" kern="1200"/>
            <a:t>의 확산을 예측하는 데 성공적으로 사용되었음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100" kern="1200"/>
            <a:t>비슷한 접근 방식을 사용하여 도시의 교통량을 모델링하고 교통 규칙의 변화에 따라 교통량이 어떻게 반응하는지 확인할 수 있음</a:t>
          </a:r>
          <a:endParaRPr lang="en-US" sz="1100" kern="1200"/>
        </a:p>
      </dsp:txBody>
      <dsp:txXfrm>
        <a:off x="0" y="3396478"/>
        <a:ext cx="6261100" cy="985320"/>
      </dsp:txXfrm>
    </dsp:sp>
    <dsp:sp modelId="{7D5671CE-CD6B-854D-B1AD-393FF23DBC8A}">
      <dsp:nvSpPr>
        <dsp:cNvPr id="0" name=""/>
        <dsp:cNvSpPr/>
      </dsp:nvSpPr>
      <dsp:spPr>
        <a:xfrm>
          <a:off x="0" y="4381798"/>
          <a:ext cx="6261100" cy="1059581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복잡한 자동화 시스템에서는 각 디바이스가 독립적인 에이전트 역할을 할 수 있으므로 전체 시스템이 덜 단조롭고 </a:t>
          </a:r>
          <a:r>
            <a:rPr kumimoji="1" lang="en-US" sz="1400" kern="1200"/>
            <a:t>(monolith)</a:t>
          </a:r>
          <a:r>
            <a:rPr kumimoji="1" lang="ko-KR" sz="1400" kern="1200"/>
            <a:t> 더 견고</a:t>
          </a:r>
          <a:r>
            <a:rPr kumimoji="1" lang="en-US" sz="1400" kern="1200"/>
            <a:t> (robust)</a:t>
          </a:r>
          <a:r>
            <a:rPr kumimoji="1" lang="ko-KR" sz="1400" kern="1200"/>
            <a:t>해질 수 있음</a:t>
          </a:r>
          <a:endParaRPr lang="en-US" sz="1400" kern="1200"/>
        </a:p>
      </dsp:txBody>
      <dsp:txXfrm>
        <a:off x="51724" y="4433522"/>
        <a:ext cx="6157652" cy="9561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C9AE68-2B31-7446-992B-116EB5C07929}">
      <dsp:nvSpPr>
        <dsp:cNvPr id="0" name=""/>
        <dsp:cNvSpPr/>
      </dsp:nvSpPr>
      <dsp:spPr>
        <a:xfrm>
          <a:off x="0" y="68754"/>
          <a:ext cx="6261100" cy="90592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700" kern="1200"/>
            <a:t>에이전트는 필드를 가로질러 이동하여 작업을 수행할 수 있음</a:t>
          </a:r>
          <a:endParaRPr lang="en-US" sz="1700" kern="1200"/>
        </a:p>
      </dsp:txBody>
      <dsp:txXfrm>
        <a:off x="44224" y="112978"/>
        <a:ext cx="6172652" cy="817479"/>
      </dsp:txXfrm>
    </dsp:sp>
    <dsp:sp modelId="{17B30DC6-58EF-CF41-BBCD-C2BC563F1D81}">
      <dsp:nvSpPr>
        <dsp:cNvPr id="0" name=""/>
        <dsp:cNvSpPr/>
      </dsp:nvSpPr>
      <dsp:spPr>
        <a:xfrm>
          <a:off x="0" y="1023641"/>
          <a:ext cx="6261100" cy="905927"/>
        </a:xfrm>
        <a:prstGeom prst="roundRect">
          <a:avLst/>
        </a:prstGeom>
        <a:gradFill rotWithShape="0">
          <a:gsLst>
            <a:gs pos="0">
              <a:schemeClr val="accent2">
                <a:hueOff val="1847440"/>
                <a:satOff val="-318"/>
                <a:lumOff val="-3268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1847440"/>
                <a:satOff val="-318"/>
                <a:lumOff val="-3268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1847440"/>
                <a:satOff val="-318"/>
                <a:lumOff val="-3268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700" kern="1200"/>
            <a:t>패치는 에이전트가 있는 필드의 정사각형 영역</a:t>
          </a:r>
          <a:endParaRPr lang="en-US" sz="1700" kern="1200"/>
        </a:p>
      </dsp:txBody>
      <dsp:txXfrm>
        <a:off x="44224" y="1067865"/>
        <a:ext cx="6172652" cy="817479"/>
      </dsp:txXfrm>
    </dsp:sp>
    <dsp:sp modelId="{19BEC1D0-6295-9B4E-8A72-DCB0FCD48460}">
      <dsp:nvSpPr>
        <dsp:cNvPr id="0" name=""/>
        <dsp:cNvSpPr/>
      </dsp:nvSpPr>
      <dsp:spPr>
        <a:xfrm>
          <a:off x="0" y="1929568"/>
          <a:ext cx="6261100" cy="879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300" kern="1200"/>
            <a:t>동일한 패치의 모든 에이전트를 참조하거나 패치 색상 및 기타 속성을 변경할 수 있음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300" kern="1200"/>
            <a:t>패치에 작업을 요청할 수도 있음</a:t>
          </a:r>
          <a:endParaRPr lang="en-US" sz="1300" kern="1200"/>
        </a:p>
      </dsp:txBody>
      <dsp:txXfrm>
        <a:off x="0" y="1929568"/>
        <a:ext cx="6261100" cy="879750"/>
      </dsp:txXfrm>
    </dsp:sp>
    <dsp:sp modelId="{BC216101-7C74-854A-980F-FC91EBA6AC13}">
      <dsp:nvSpPr>
        <dsp:cNvPr id="0" name=""/>
        <dsp:cNvSpPr/>
      </dsp:nvSpPr>
      <dsp:spPr>
        <a:xfrm>
          <a:off x="0" y="2809318"/>
          <a:ext cx="6261100" cy="905927"/>
        </a:xfrm>
        <a:prstGeom prst="roundRect">
          <a:avLst/>
        </a:prstGeom>
        <a:gradFill rotWithShape="0">
          <a:gsLst>
            <a:gs pos="0">
              <a:schemeClr val="accent2">
                <a:hueOff val="3694879"/>
                <a:satOff val="-635"/>
                <a:lumOff val="-6536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3694879"/>
                <a:satOff val="-635"/>
                <a:lumOff val="-6536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3694879"/>
                <a:satOff val="-635"/>
                <a:lumOff val="-6536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700" kern="1200"/>
            <a:t>옵저버는 월드를 제어하는 특이한 에이전트</a:t>
          </a:r>
          <a:endParaRPr lang="en-US" sz="1700" kern="1200"/>
        </a:p>
      </dsp:txBody>
      <dsp:txXfrm>
        <a:off x="44224" y="2853542"/>
        <a:ext cx="6172652" cy="817479"/>
      </dsp:txXfrm>
    </dsp:sp>
    <dsp:sp modelId="{27A87452-30C6-8E4E-BFE0-061111C92BBD}">
      <dsp:nvSpPr>
        <dsp:cNvPr id="0" name=""/>
        <dsp:cNvSpPr/>
      </dsp:nvSpPr>
      <dsp:spPr>
        <a:xfrm>
          <a:off x="0" y="3715246"/>
          <a:ext cx="6261100" cy="307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300" kern="1200"/>
            <a:t>모든 버튼 핸들러는 옵저버 모드에서 실행됩니다</a:t>
          </a:r>
          <a:r>
            <a:rPr kumimoji="1" lang="en-US" sz="1300" kern="1200"/>
            <a:t>.</a:t>
          </a:r>
          <a:endParaRPr lang="en-US" sz="1300" kern="1200"/>
        </a:p>
      </dsp:txBody>
      <dsp:txXfrm>
        <a:off x="0" y="3715246"/>
        <a:ext cx="6261100" cy="307912"/>
      </dsp:txXfrm>
    </dsp:sp>
    <dsp:sp modelId="{B71590D2-E3BD-174C-BC64-BEA4C63A2DE8}">
      <dsp:nvSpPr>
        <dsp:cNvPr id="0" name=""/>
        <dsp:cNvSpPr/>
      </dsp:nvSpPr>
      <dsp:spPr>
        <a:xfrm>
          <a:off x="0" y="4023158"/>
          <a:ext cx="6261100" cy="905927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700" kern="1200"/>
            <a:t>멀티 에이전트 환경의 장점은 코드가 모든 에이전트에서 동시에 병렬로 실행된다는 것</a:t>
          </a:r>
          <a:endParaRPr lang="en-US" sz="1700" kern="1200"/>
        </a:p>
      </dsp:txBody>
      <dsp:txXfrm>
        <a:off x="44224" y="4067382"/>
        <a:ext cx="6172652" cy="817479"/>
      </dsp:txXfrm>
    </dsp:sp>
    <dsp:sp modelId="{5E44BF99-ACC4-A64E-9F32-83B4D1CB521D}">
      <dsp:nvSpPr>
        <dsp:cNvPr id="0" name=""/>
        <dsp:cNvSpPr/>
      </dsp:nvSpPr>
      <dsp:spPr>
        <a:xfrm>
          <a:off x="0" y="4929085"/>
          <a:ext cx="6261100" cy="580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300" kern="1200"/>
            <a:t>따라서 코드를 작성하고 개별 에이전트의 동작을 프로그래밍하면 시뮬레이션 시스템 전체의 복잡한 동작을 만들 수 있음</a:t>
          </a:r>
          <a:endParaRPr lang="en-US" sz="1300" kern="1200"/>
        </a:p>
      </dsp:txBody>
      <dsp:txXfrm>
        <a:off x="0" y="4929085"/>
        <a:ext cx="6261100" cy="5806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5DE0A-27F6-4D4E-A085-85D9C0996875}">
      <dsp:nvSpPr>
        <dsp:cNvPr id="0" name=""/>
        <dsp:cNvSpPr/>
      </dsp:nvSpPr>
      <dsp:spPr>
        <a:xfrm>
          <a:off x="1821853" y="2697"/>
          <a:ext cx="3194192" cy="15970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400" kern="1200"/>
            <a:t>다중 에이전트 동작의 예</a:t>
          </a:r>
          <a:endParaRPr lang="en-US" sz="2400" kern="1200"/>
        </a:p>
      </dsp:txBody>
      <dsp:txXfrm>
        <a:off x="1868630" y="49474"/>
        <a:ext cx="3100638" cy="1503542"/>
      </dsp:txXfrm>
    </dsp:sp>
    <dsp:sp modelId="{08FB27B7-1073-AF4F-BF16-9FD9AD6A8820}">
      <dsp:nvSpPr>
        <dsp:cNvPr id="0" name=""/>
        <dsp:cNvSpPr/>
      </dsp:nvSpPr>
      <dsp:spPr>
        <a:xfrm>
          <a:off x="5814594" y="2697"/>
          <a:ext cx="3194192" cy="159709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400" kern="1200"/>
            <a:t>군집 행동은 새 떼가 날아다니는 것과 매우 유사한 복잡한 패턴</a:t>
          </a:r>
          <a:endParaRPr lang="en-US" sz="2400" kern="1200"/>
        </a:p>
      </dsp:txBody>
      <dsp:txXfrm>
        <a:off x="5861371" y="49474"/>
        <a:ext cx="3100638" cy="1503542"/>
      </dsp:txXfrm>
    </dsp:sp>
    <dsp:sp modelId="{F17ED883-DF17-D04E-80A3-CA20357197B5}">
      <dsp:nvSpPr>
        <dsp:cNvPr id="0" name=""/>
        <dsp:cNvSpPr/>
      </dsp:nvSpPr>
      <dsp:spPr>
        <a:xfrm>
          <a:off x="6134013" y="1599794"/>
          <a:ext cx="319419" cy="11978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7822"/>
              </a:lnTo>
              <a:lnTo>
                <a:pt x="319419" y="1197822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735E19-3EE2-964C-9711-03AAF0EFC332}">
      <dsp:nvSpPr>
        <dsp:cNvPr id="0" name=""/>
        <dsp:cNvSpPr/>
      </dsp:nvSpPr>
      <dsp:spPr>
        <a:xfrm>
          <a:off x="6453433" y="1999068"/>
          <a:ext cx="2555354" cy="1597096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새들이 날아다니는 것을 보면 일종의 집단 알고리즘을 따르거나 일종의 집단 지성을 가지고 있다고 생각할 수 있음</a:t>
          </a:r>
          <a:endParaRPr lang="en-US" sz="1400" kern="1200"/>
        </a:p>
      </dsp:txBody>
      <dsp:txXfrm>
        <a:off x="6500210" y="2045845"/>
        <a:ext cx="2461800" cy="15035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34733A-EECD-1041-8283-0A04873F5517}">
      <dsp:nvSpPr>
        <dsp:cNvPr id="0" name=""/>
        <dsp:cNvSpPr/>
      </dsp:nvSpPr>
      <dsp:spPr>
        <a:xfrm>
          <a:off x="0" y="93692"/>
          <a:ext cx="6261100" cy="18164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400" kern="1200"/>
            <a:t>무리 짓기 예제를 실행하고 동작을 관찰할 수 있음</a:t>
          </a:r>
          <a:endParaRPr lang="en-US" sz="2400" kern="1200"/>
        </a:p>
      </dsp:txBody>
      <dsp:txXfrm>
        <a:off x="88671" y="182363"/>
        <a:ext cx="6083758" cy="1639083"/>
      </dsp:txXfrm>
    </dsp:sp>
    <dsp:sp modelId="{A96BC8E7-A632-4E43-853C-996C5FC4E8B9}">
      <dsp:nvSpPr>
        <dsp:cNvPr id="0" name=""/>
        <dsp:cNvSpPr/>
      </dsp:nvSpPr>
      <dsp:spPr>
        <a:xfrm>
          <a:off x="0" y="1979237"/>
          <a:ext cx="6261100" cy="1816425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400" kern="1200"/>
            <a:t>각 새가 볼 수 있는 거리를 정의하는 분리 정도 또는 보기 범위와 같은 매개변수를 조정할 수도 있음</a:t>
          </a:r>
          <a:endParaRPr lang="en-US" sz="2400" kern="1200"/>
        </a:p>
      </dsp:txBody>
      <dsp:txXfrm>
        <a:off x="88671" y="2067908"/>
        <a:ext cx="6083758" cy="1639083"/>
      </dsp:txXfrm>
    </dsp:sp>
    <dsp:sp modelId="{9B20B2F7-B18D-CB43-84D5-B71278743C8F}">
      <dsp:nvSpPr>
        <dsp:cNvPr id="0" name=""/>
        <dsp:cNvSpPr/>
      </dsp:nvSpPr>
      <dsp:spPr>
        <a:xfrm>
          <a:off x="0" y="3795662"/>
          <a:ext cx="6261100" cy="1689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900" kern="1200"/>
            <a:t>시야 범위를 </a:t>
          </a:r>
          <a:r>
            <a:rPr kumimoji="1" lang="en-US" sz="1900" kern="1200"/>
            <a:t>0</a:t>
          </a:r>
          <a:r>
            <a:rPr kumimoji="1" lang="ko-KR" sz="1900" kern="1200"/>
            <a:t>으로 낮추면 모든 새가 앞을 볼 수 없게 되고 군집이 멈춤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1900" kern="1200"/>
            <a:t>이격 </a:t>
          </a:r>
          <a:r>
            <a:rPr kumimoji="1" lang="en-US" sz="1900" kern="1200"/>
            <a:t>(separation)</a:t>
          </a:r>
          <a:r>
            <a:rPr kumimoji="1" lang="ko-KR" sz="1900" kern="1200"/>
            <a:t>거리를 </a:t>
          </a:r>
          <a:r>
            <a:rPr kumimoji="1" lang="en-US" sz="1900" kern="1200"/>
            <a:t>0</a:t>
          </a:r>
          <a:r>
            <a:rPr kumimoji="1" lang="ko-KR" sz="1900" kern="1200"/>
            <a:t>으로 낮추면 모든 새가 일직선으로 모임</a:t>
          </a:r>
          <a:endParaRPr lang="en-US" sz="1900" kern="1200"/>
        </a:p>
      </dsp:txBody>
      <dsp:txXfrm>
        <a:off x="0" y="3795662"/>
        <a:ext cx="6261100" cy="16891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7663-068D-7E43-80ED-04DD7453B0AE}">
      <dsp:nvSpPr>
        <dsp:cNvPr id="0" name=""/>
        <dsp:cNvSpPr/>
      </dsp:nvSpPr>
      <dsp:spPr>
        <a:xfrm>
          <a:off x="1173" y="274402"/>
          <a:ext cx="4119220" cy="26157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8FEA8-02D4-D144-9CF0-82ED733162D4}">
      <dsp:nvSpPr>
        <dsp:cNvPr id="0" name=""/>
        <dsp:cNvSpPr/>
      </dsp:nvSpPr>
      <dsp:spPr>
        <a:xfrm>
          <a:off x="458864" y="709208"/>
          <a:ext cx="4119220" cy="2615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700" kern="1200"/>
            <a:t>코드 탭으로 전환하여 세 가지 군집 규칙</a:t>
          </a:r>
          <a:r>
            <a:rPr kumimoji="1" lang="en-US" sz="2700" kern="1200"/>
            <a:t>(</a:t>
          </a:r>
          <a:r>
            <a:rPr kumimoji="1" lang="ko-KR" sz="2700" kern="1200"/>
            <a:t>정렬</a:t>
          </a:r>
          <a:r>
            <a:rPr kumimoji="1" lang="en-US" sz="2700" kern="1200"/>
            <a:t>, </a:t>
          </a:r>
          <a:r>
            <a:rPr kumimoji="1" lang="ko-KR" sz="2700" kern="1200"/>
            <a:t>응집</a:t>
          </a:r>
          <a:r>
            <a:rPr kumimoji="1" lang="en-US" sz="2700" kern="1200"/>
            <a:t>, </a:t>
          </a:r>
          <a:r>
            <a:rPr kumimoji="1" lang="ko-KR" sz="2700" kern="1200"/>
            <a:t>분리</a:t>
          </a:r>
          <a:r>
            <a:rPr kumimoji="1" lang="en-US" sz="2700" kern="1200"/>
            <a:t>)</a:t>
          </a:r>
          <a:r>
            <a:rPr kumimoji="1" lang="ko-KR" sz="2700" kern="1200"/>
            <a:t>이 코드에서 구현된 위치를 확인</a:t>
          </a:r>
          <a:endParaRPr lang="en-US" sz="2700" kern="1200"/>
        </a:p>
      </dsp:txBody>
      <dsp:txXfrm>
        <a:off x="535475" y="785819"/>
        <a:ext cx="3965998" cy="2462482"/>
      </dsp:txXfrm>
    </dsp:sp>
    <dsp:sp modelId="{EB71DF53-C819-3C46-A13B-B2FED80443FE}">
      <dsp:nvSpPr>
        <dsp:cNvPr id="0" name=""/>
        <dsp:cNvSpPr/>
      </dsp:nvSpPr>
      <dsp:spPr>
        <a:xfrm>
          <a:off x="5035776" y="274402"/>
          <a:ext cx="4119220" cy="26157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7362D-C299-1740-AE5A-8EDCCDB9E614}">
      <dsp:nvSpPr>
        <dsp:cNvPr id="0" name=""/>
        <dsp:cNvSpPr/>
      </dsp:nvSpPr>
      <dsp:spPr>
        <a:xfrm>
          <a:off x="5493467" y="709208"/>
          <a:ext cx="4119220" cy="26157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700" kern="1200"/>
            <a:t>눈에 보이는 에이전트만 참조하는 방식에 주목</a:t>
          </a:r>
          <a:endParaRPr lang="en-US" sz="2700" kern="1200"/>
        </a:p>
      </dsp:txBody>
      <dsp:txXfrm>
        <a:off x="5570078" y="785819"/>
        <a:ext cx="3965998" cy="2462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7C271-4BA6-224A-9233-787014ADBF68}">
      <dsp:nvSpPr>
        <dsp:cNvPr id="0" name=""/>
        <dsp:cNvSpPr/>
      </dsp:nvSpPr>
      <dsp:spPr>
        <a:xfrm>
          <a:off x="0" y="35516"/>
          <a:ext cx="5955658" cy="2625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200" kern="1200"/>
            <a:t>이러한 예에서 볼 수 있듯이 다중 에이전트 시뮬레이션은 동일하거나 유사한 로직을 따르는 개체로 구성된 복잡한 시스템의 동작을 이해하는 데 매우 유용한 방법이 될 수 있음</a:t>
          </a:r>
          <a:endParaRPr lang="en-US" sz="2200" kern="1200"/>
        </a:p>
      </dsp:txBody>
      <dsp:txXfrm>
        <a:off x="128165" y="163681"/>
        <a:ext cx="5699328" cy="2369150"/>
      </dsp:txXfrm>
    </dsp:sp>
    <dsp:sp modelId="{4114D557-B9B2-894B-BB03-F57A53436A95}">
      <dsp:nvSpPr>
        <dsp:cNvPr id="0" name=""/>
        <dsp:cNvSpPr/>
      </dsp:nvSpPr>
      <dsp:spPr>
        <a:xfrm>
          <a:off x="0" y="2724356"/>
          <a:ext cx="5955658" cy="262548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200" kern="1200"/>
            <a:t>또한 컴퓨터 게임의 </a:t>
          </a:r>
          <a:r>
            <a:rPr kumimoji="1" lang="en-US" sz="2200" kern="1200"/>
            <a:t>NPC</a:t>
          </a:r>
          <a:r>
            <a:rPr kumimoji="1" lang="ko-KR" sz="2200" kern="1200"/>
            <a:t>나 </a:t>
          </a:r>
          <a:r>
            <a:rPr kumimoji="1" lang="en-US" sz="2200" kern="1200"/>
            <a:t>3D </a:t>
          </a:r>
          <a:r>
            <a:rPr kumimoji="1" lang="ko-KR" sz="2200" kern="1200"/>
            <a:t>애니메이션 월드의 에이전트와 같은 가상 에이전트를 제어하는 데에도 사용할 수 있음</a:t>
          </a:r>
          <a:endParaRPr lang="en-US" sz="2200" kern="1200"/>
        </a:p>
      </dsp:txBody>
      <dsp:txXfrm>
        <a:off x="128165" y="2852521"/>
        <a:ext cx="5699328" cy="23691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8D547-E74B-8C4F-A279-FC1266302F87}">
      <dsp:nvSpPr>
        <dsp:cNvPr id="0" name=""/>
        <dsp:cNvSpPr/>
      </dsp:nvSpPr>
      <dsp:spPr>
        <a:xfrm>
          <a:off x="0" y="295306"/>
          <a:ext cx="10830641" cy="68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578" tIns="291592" rIns="84057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위에서 설명한 에이전트는 특정 알고리즘을 사용하여 환경 변화에 반응하는 매우 단순한 에이전트</a:t>
          </a:r>
          <a:endParaRPr lang="en-US" sz="1400" kern="1200"/>
        </a:p>
      </dsp:txBody>
      <dsp:txXfrm>
        <a:off x="0" y="295306"/>
        <a:ext cx="10830641" cy="683550"/>
      </dsp:txXfrm>
    </dsp:sp>
    <dsp:sp modelId="{5DDC95C0-243F-954C-83BF-3160F982F626}">
      <dsp:nvSpPr>
        <dsp:cNvPr id="0" name=""/>
        <dsp:cNvSpPr/>
      </dsp:nvSpPr>
      <dsp:spPr>
        <a:xfrm>
          <a:off x="541532" y="88666"/>
          <a:ext cx="7581448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561" tIns="0" rIns="28656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반응형 에이전트</a:t>
          </a:r>
          <a:endParaRPr lang="en-US" sz="1400" kern="1200"/>
        </a:p>
      </dsp:txBody>
      <dsp:txXfrm>
        <a:off x="561707" y="108841"/>
        <a:ext cx="7541098" cy="372929"/>
      </dsp:txXfrm>
    </dsp:sp>
    <dsp:sp modelId="{D9A0002A-A367-4047-B297-61DB547D951D}">
      <dsp:nvSpPr>
        <dsp:cNvPr id="0" name=""/>
        <dsp:cNvSpPr/>
      </dsp:nvSpPr>
      <dsp:spPr>
        <a:xfrm>
          <a:off x="0" y="1261096"/>
          <a:ext cx="10830641" cy="2249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578" tIns="291592" rIns="84057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추론하고 행동을 계획할 수 있는</a:t>
          </a:r>
          <a:r>
            <a:rPr kumimoji="1" lang="en-US" sz="1400" kern="1200"/>
            <a:t> </a:t>
          </a:r>
          <a:r>
            <a:rPr kumimoji="1" lang="ko-KR" sz="1400" kern="1200"/>
            <a:t>에이전트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예로 사람으로부터 휴가 여행을 예약하라는 지시를 받은 개인 에이전트</a:t>
          </a:r>
          <a:endParaRPr lang="en-US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인터넷에 이를 도와줄 수 있는 많은 에이전트가 있다고 가정</a:t>
          </a:r>
          <a:endParaRPr lang="en-US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그런 다음 다른 에이전트에게 연락하여 이용 가능한 항공편과 날짜별 호텔 가격을 확인하고 최적의 가격을 협상할 수 있음</a:t>
          </a:r>
          <a:endParaRPr lang="en-US" sz="1400" kern="120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휴가 계획이 완료되고 소유자가 확인하면 예약을 진행할 수 있음</a:t>
          </a:r>
          <a:endParaRPr lang="en-US" sz="1400" kern="1200"/>
        </a:p>
      </dsp:txBody>
      <dsp:txXfrm>
        <a:off x="0" y="1261096"/>
        <a:ext cx="10830641" cy="2249099"/>
      </dsp:txXfrm>
    </dsp:sp>
    <dsp:sp modelId="{4134BAAA-BB6C-D04C-B2E5-72A6AA5C120E}">
      <dsp:nvSpPr>
        <dsp:cNvPr id="0" name=""/>
        <dsp:cNvSpPr/>
      </dsp:nvSpPr>
      <dsp:spPr>
        <a:xfrm>
          <a:off x="541532" y="1054456"/>
          <a:ext cx="7581448" cy="4132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6561" tIns="0" rIns="28656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400" kern="1200"/>
            <a:t>심의형 에이전트 </a:t>
          </a:r>
          <a:r>
            <a:rPr kumimoji="1" lang="en-US" sz="1400" kern="1200"/>
            <a:t>(deliberative agents)</a:t>
          </a:r>
          <a:endParaRPr lang="en-US" sz="1400" kern="1200"/>
        </a:p>
      </dsp:txBody>
      <dsp:txXfrm>
        <a:off x="561707" y="1074631"/>
        <a:ext cx="7541098" cy="3729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3C9CE-FA5C-324A-B699-8240EE2F6B0B}">
      <dsp:nvSpPr>
        <dsp:cNvPr id="0" name=""/>
        <dsp:cNvSpPr/>
      </dsp:nvSpPr>
      <dsp:spPr>
        <a:xfrm rot="5400000">
          <a:off x="6190850" y="-2641415"/>
          <a:ext cx="693149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심의 에이전트를 위해 제안된 아키텍처 중 하나는 </a:t>
          </a:r>
          <a:r>
            <a:rPr kumimoji="1" lang="en-US" sz="1400" kern="1200"/>
            <a:t>BDI(Belief-Desire-Intention) </a:t>
          </a:r>
          <a:r>
            <a:rPr kumimoji="1" lang="ko-KR" sz="1400" kern="1200"/>
            <a:t>에이전트</a:t>
          </a:r>
          <a:endParaRPr lang="en-US" sz="1400" kern="1200"/>
        </a:p>
      </dsp:txBody>
      <dsp:txXfrm rot="-5400000">
        <a:off x="3460990" y="122282"/>
        <a:ext cx="6119034" cy="625475"/>
      </dsp:txXfrm>
    </dsp:sp>
    <dsp:sp modelId="{EDA6910D-9D4A-9C44-8770-9E57BEA9EA3C}">
      <dsp:nvSpPr>
        <dsp:cNvPr id="0" name=""/>
        <dsp:cNvSpPr/>
      </dsp:nvSpPr>
      <dsp:spPr>
        <a:xfrm>
          <a:off x="0" y="1801"/>
          <a:ext cx="3460989" cy="866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200" kern="1200"/>
            <a:t>심의 에이전트는 환경 변화에 반응할 뿐만 아니라 행동을 유도할 수 있어야 하기 때문에 반응형 에이전트보다 훨씬 더 복잡함</a:t>
          </a:r>
          <a:endParaRPr lang="en-US" sz="1200" kern="1200"/>
        </a:p>
      </dsp:txBody>
      <dsp:txXfrm>
        <a:off x="42296" y="44097"/>
        <a:ext cx="3376397" cy="781844"/>
      </dsp:txXfrm>
    </dsp:sp>
    <dsp:sp modelId="{450A885B-C276-1744-9E68-837B9F0B6757}">
      <dsp:nvSpPr>
        <dsp:cNvPr id="0" name=""/>
        <dsp:cNvSpPr/>
      </dsp:nvSpPr>
      <dsp:spPr>
        <a:xfrm rot="5400000">
          <a:off x="6190850" y="-1731656"/>
          <a:ext cx="693149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이는 에이전트가 환경의 특정 상황에 적용할 수 있는 지식 기반 또는 일련의 규칙으로 구성될 수 있음</a:t>
          </a:r>
          <a:endParaRPr lang="en-US" sz="1400" kern="1200"/>
        </a:p>
      </dsp:txBody>
      <dsp:txXfrm rot="-5400000">
        <a:off x="3460990" y="1032041"/>
        <a:ext cx="6119034" cy="625475"/>
      </dsp:txXfrm>
    </dsp:sp>
    <dsp:sp modelId="{3FD330D3-9D14-9F4B-9350-FFA2BA32C495}">
      <dsp:nvSpPr>
        <dsp:cNvPr id="0" name=""/>
        <dsp:cNvSpPr/>
      </dsp:nvSpPr>
      <dsp:spPr>
        <a:xfrm>
          <a:off x="0" y="911560"/>
          <a:ext cx="3460989" cy="866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200" kern="1200"/>
            <a:t>신념은 에이전트의 환경에 대한 지식 집합을 형성</a:t>
          </a:r>
          <a:endParaRPr lang="en-US" sz="1200" kern="1200"/>
        </a:p>
      </dsp:txBody>
      <dsp:txXfrm>
        <a:off x="42296" y="953856"/>
        <a:ext cx="3376397" cy="781844"/>
      </dsp:txXfrm>
    </dsp:sp>
    <dsp:sp modelId="{0CDF3D68-B553-7944-AA8A-1A93A7649183}">
      <dsp:nvSpPr>
        <dsp:cNvPr id="0" name=""/>
        <dsp:cNvSpPr/>
      </dsp:nvSpPr>
      <dsp:spPr>
        <a:xfrm rot="5400000">
          <a:off x="6190850" y="-821898"/>
          <a:ext cx="693149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예를 들어 위의 개인 비서 상담원의 목표는 투어 예약이고 호텔 상담원의 목표는 수익 극대화</a:t>
          </a:r>
          <a:endParaRPr lang="en-US" sz="1400" kern="1200"/>
        </a:p>
      </dsp:txBody>
      <dsp:txXfrm rot="-5400000">
        <a:off x="3460990" y="1941799"/>
        <a:ext cx="6119034" cy="625475"/>
      </dsp:txXfrm>
    </dsp:sp>
    <dsp:sp modelId="{2403B667-2EF9-A84C-A987-BA99836EB0E6}">
      <dsp:nvSpPr>
        <dsp:cNvPr id="0" name=""/>
        <dsp:cNvSpPr/>
      </dsp:nvSpPr>
      <dsp:spPr>
        <a:xfrm>
          <a:off x="0" y="1821318"/>
          <a:ext cx="3460989" cy="866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200" kern="1200"/>
            <a:t>욕구는 에이전트가 하고자 하는 일</a:t>
          </a:r>
          <a:r>
            <a:rPr kumimoji="1" lang="en-US" sz="1200" kern="1200"/>
            <a:t>, </a:t>
          </a:r>
          <a:r>
            <a:rPr kumimoji="1" lang="ko-KR" sz="1200" kern="1200"/>
            <a:t>즉 목표를 정의</a:t>
          </a:r>
          <a:endParaRPr lang="en-US" sz="1200" kern="1200"/>
        </a:p>
      </dsp:txBody>
      <dsp:txXfrm>
        <a:off x="42296" y="1863614"/>
        <a:ext cx="3376397" cy="781844"/>
      </dsp:txXfrm>
    </dsp:sp>
    <dsp:sp modelId="{E8A92489-0A04-414F-8737-A837A24863A0}">
      <dsp:nvSpPr>
        <dsp:cNvPr id="0" name=""/>
        <dsp:cNvSpPr/>
      </dsp:nvSpPr>
      <dsp:spPr>
        <a:xfrm rot="5400000">
          <a:off x="6190850" y="87860"/>
          <a:ext cx="693149" cy="615287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1400" kern="1200"/>
            <a:t>행동은 일반적으로 환경을 바꾸고 다른 상담원과의 커뮤니케이션을 유발</a:t>
          </a:r>
          <a:endParaRPr lang="en-US" sz="1400" kern="1200"/>
        </a:p>
      </dsp:txBody>
      <dsp:txXfrm rot="-5400000">
        <a:off x="3460990" y="2851558"/>
        <a:ext cx="6119034" cy="625475"/>
      </dsp:txXfrm>
    </dsp:sp>
    <dsp:sp modelId="{56E371CC-892D-484B-9AFB-5B205B055915}">
      <dsp:nvSpPr>
        <dsp:cNvPr id="0" name=""/>
        <dsp:cNvSpPr/>
      </dsp:nvSpPr>
      <dsp:spPr>
        <a:xfrm>
          <a:off x="0" y="2731077"/>
          <a:ext cx="3460989" cy="866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1200" kern="1200"/>
            <a:t>인텐션은 에이전트가 목표를 달성하기 위해 계획하는 구체적인 행동</a:t>
          </a:r>
          <a:endParaRPr lang="en-US" sz="1200" kern="1200"/>
        </a:p>
      </dsp:txBody>
      <dsp:txXfrm>
        <a:off x="42296" y="2773373"/>
        <a:ext cx="3376397" cy="781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2024. 5. 26.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7F90-C814-0C4D-B292-1B52260158C6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6631-B2E8-5949-9E3D-AB029F41E8D4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57F4-5739-B746-B898-0F942E5F0EE3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C826B-1F54-584A-852E-391B2B687534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DAE3-FF81-8546-A688-039B0024C8BD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F866-076F-3142-B7C8-09131416A95C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9E19-8DB9-C84C-A36A-6FBA44461F64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80EF-8F9F-1042-B285-DD6EB5795424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BBC8A-D7F6-8B4D-928B-18CAAD860692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E16-056D-A045-9C8A-09D8C93D24F6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FE23-DE78-824F-AEB7-9327F603B104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CBE5-BB0D-5749-A754-D64658E0FC2C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042F-DBA4-7A43-B49D-EC395945E9DE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6DEF-5881-0D49-AF84-1D7F97D7A773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06F-CD6C-0149-AE1C-BC16F411653C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7CBA2-8D22-3840-9729-7D140403E6C2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B250C0B-2BB5-5D47-92EC-F70355769266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F4667-600B-7648-B695-525CBB42900C}" type="datetime1">
              <a:rPr lang="ko-KR" altLang="en-US" smtClean="0"/>
              <a:t>2024. 5. 26.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opoLzvh5j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hyperlink" Target="https://www.youtube.com/watch?v=jPq3b0RSRU8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cl.northwestern.edu/netlogo/bind/article/getting-started-with-netlogo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jade.tilab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Multi-Agent Systems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9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25" name="Rectangle 10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A9F6B93E-7846-E55A-3BF3-910BA4F1E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5041628" cy="3599316"/>
          </a:xfrm>
        </p:spPr>
        <p:txBody>
          <a:bodyPr>
            <a:normAutofit/>
          </a:bodyPr>
          <a:lstStyle/>
          <a:p>
            <a:r>
              <a:rPr kumimoji="1" lang="en" altLang="ko-KR" sz="2000">
                <a:hlinkClick r:id="rId3"/>
              </a:rPr>
              <a:t>https://www.youtube.com/watch?v=kopoLzvh5jY</a:t>
            </a:r>
            <a:endParaRPr kumimoji="1" lang="en" altLang="ko-KR" sz="2000"/>
          </a:p>
          <a:p>
            <a:endParaRPr kumimoji="1" lang="en" altLang="ko-KR" sz="2000"/>
          </a:p>
          <a:p>
            <a:r>
              <a:rPr kumimoji="1" lang="en" altLang="ko-KR" sz="2000">
                <a:hlinkClick r:id="rId4"/>
              </a:rPr>
              <a:t>https://www.youtube.com/watch?v=jPq3b0RSRU8</a:t>
            </a:r>
            <a:endParaRPr kumimoji="1" lang="en" altLang="ko-KR" sz="2000"/>
          </a:p>
        </p:txBody>
      </p:sp>
      <p:pic>
        <p:nvPicPr>
          <p:cNvPr id="27" name="Picture 5" descr="Camera lens">
            <a:extLst>
              <a:ext uri="{FF2B5EF4-FFF2-40B4-BE49-F238E27FC236}">
                <a16:creationId xmlns:a16="http://schemas.microsoft.com/office/drawing/2014/main" id="{8210C56C-FDE9-D915-AD49-55B945F146B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786" r="32897"/>
          <a:stretch/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8" name="Rectangle 13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736781-63A7-31C9-5EEE-5010A7AE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041629" cy="1080938"/>
          </a:xfrm>
        </p:spPr>
        <p:txBody>
          <a:bodyPr>
            <a:normAutofit/>
          </a:bodyPr>
          <a:lstStyle/>
          <a:p>
            <a:r>
              <a:rPr kumimoji="1" lang="en" altLang="ko-KR"/>
              <a:t>Video</a:t>
            </a:r>
            <a:endParaRPr kumimoji="1" lang="ko-KR" altLang="en-US" dirty="0"/>
          </a:p>
        </p:txBody>
      </p:sp>
      <p:pic>
        <p:nvPicPr>
          <p:cNvPr id="29" name="Picture 15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74785B-747D-8547-EDCC-D2607550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47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6" name="Picture 5" descr="스케치된 광선과 코드가 있는 노란색 배경의 전구">
            <a:extLst>
              <a:ext uri="{FF2B5EF4-FFF2-40B4-BE49-F238E27FC236}">
                <a16:creationId xmlns:a16="http://schemas.microsoft.com/office/drawing/2014/main" id="{9883FEE8-98FA-E9B8-02DF-DDDD17C4BD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315" r="7056" b="-1"/>
          <a:stretch/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AF37F98-DC86-9373-26C3-BC660EA2E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18B918-8A1A-7D5A-7FAF-AA1B0AC9E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kumimoji="1" lang="ko-KR" altLang="en-US" sz="2000" dirty="0"/>
              <a:t>지능을 달성하는 가능한 방법 중 하나는 </a:t>
            </a:r>
            <a:r>
              <a:rPr kumimoji="1" lang="ko-KR" altLang="en-US" sz="2000" dirty="0" err="1"/>
              <a:t>발현적</a:t>
            </a:r>
            <a:r>
              <a:rPr kumimoji="1" lang="en-US" altLang="ko-KR" sz="2000" dirty="0"/>
              <a:t>(emergent </a:t>
            </a:r>
            <a:r>
              <a:rPr kumimoji="1" lang="ko-KR" altLang="en-US" sz="2000" dirty="0"/>
              <a:t>또는 시너지적</a:t>
            </a:r>
            <a:r>
              <a:rPr kumimoji="1" lang="en-US" altLang="ko-KR" sz="2000" dirty="0"/>
              <a:t>) </a:t>
            </a:r>
            <a:r>
              <a:rPr kumimoji="1" lang="ko-KR" altLang="en-US" sz="2000" dirty="0"/>
              <a:t>접근 방식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이는 상대적으로 단순한 여러 에이전트의 행동을 결합하면 시스템 전체가 전반적으로 더 복잡한</a:t>
            </a:r>
            <a:r>
              <a:rPr kumimoji="1" lang="en-US" altLang="ko-KR" dirty="0"/>
              <a:t>(</a:t>
            </a:r>
            <a:r>
              <a:rPr kumimoji="1" lang="ko-KR" altLang="en-US" dirty="0"/>
              <a:t>또는 지능적인</a:t>
            </a:r>
            <a:r>
              <a:rPr kumimoji="1" lang="en-US" altLang="ko-KR" dirty="0"/>
              <a:t>) </a:t>
            </a:r>
            <a:r>
              <a:rPr kumimoji="1" lang="ko-KR" altLang="en-US" dirty="0"/>
              <a:t>행동을 할 수 있다는 사실에 기반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en-US" altLang="ko-KR" dirty="0"/>
              <a:t> </a:t>
            </a:r>
            <a:r>
              <a:rPr kumimoji="1" lang="ko-KR" altLang="en-US" dirty="0"/>
              <a:t>이론적으로 집단 지성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이머전주의</a:t>
            </a:r>
            <a:r>
              <a:rPr kumimoji="1" lang="en-US" altLang="ko-KR" dirty="0"/>
              <a:t> (</a:t>
            </a:r>
            <a:r>
              <a:rPr kumimoji="1" lang="en-US" altLang="ko-KR" dirty="0" err="1"/>
              <a:t>emergentism</a:t>
            </a:r>
            <a:r>
              <a:rPr kumimoji="1" lang="en-US" altLang="ko-KR" dirty="0"/>
              <a:t>), </a:t>
            </a:r>
            <a:r>
              <a:rPr kumimoji="1" lang="ko-KR" altLang="en-US" dirty="0"/>
              <a:t>진화적 사이버네틱스의 원리를 기반으로 하며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상위 시스템은 하위 시스템에서 적절히 결합될 때 일종의 부가가치를 얻을 수 있다는 원리</a:t>
            </a:r>
            <a:r>
              <a:rPr kumimoji="1" lang="en-US" altLang="ko-KR" dirty="0"/>
              <a:t>(</a:t>
            </a:r>
            <a:r>
              <a:rPr kumimoji="1" lang="ko-KR" altLang="en-US" dirty="0"/>
              <a:t>소위 메타시스템 전이의 원리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기초</a:t>
            </a:r>
            <a:endParaRPr kumimoji="1" lang="en-US" altLang="ko-KR" dirty="0"/>
          </a:p>
          <a:p>
            <a:endParaRPr kumimoji="1"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746D5F-3C53-625A-B014-5CA5AFCD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36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shade val="100000"/>
                <a:hueMod val="100000"/>
                <a:satMod val="110000"/>
                <a:lumMod val="79000"/>
                <a:lumOff val="21000"/>
              </a:schemeClr>
            </a:gs>
            <a:gs pos="100000">
              <a:schemeClr val="bg2">
                <a:shade val="78000"/>
                <a:hueMod val="44000"/>
                <a:satMod val="200000"/>
                <a:lumMod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1B45BD-D05B-47CB-97E5-994F293A1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7BDE151-4F7A-4E95-939F-18B2F607C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AAC495-4A54-BBFE-7E00-A8B0DEEB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643467"/>
            <a:ext cx="8133812" cy="36030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8000"/>
              <a:t>History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3E1E67-68B8-49AF-8DBA-E7E08CD3F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68225"/>
            <a:ext cx="12188824" cy="2289774"/>
          </a:xfrm>
          <a:prstGeom prst="rect">
            <a:avLst/>
          </a:prstGeom>
          <a:solidFill>
            <a:srgbClr val="181717">
              <a:alpha val="8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97039F-A932-F557-A416-3C715F1F9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4762275"/>
            <a:ext cx="8417262" cy="15611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 latinLnBrk="0">
              <a:buNone/>
            </a:pPr>
            <a:r>
              <a:rPr kumimoji="1" lang="ko-KR" altLang="en-US" sz="2800">
                <a:solidFill>
                  <a:srgbClr val="FFFFFF"/>
                </a:solidFill>
              </a:rPr>
              <a:t>다중 에이전트 시스템은 </a:t>
            </a:r>
            <a:r>
              <a:rPr kumimoji="1" lang="en-US" altLang="ko-KR" sz="2800">
                <a:solidFill>
                  <a:srgbClr val="FFFFFF"/>
                </a:solidFill>
              </a:rPr>
              <a:t>1990</a:t>
            </a:r>
            <a:r>
              <a:rPr kumimoji="1" lang="ko-KR" altLang="en-US" sz="2800">
                <a:solidFill>
                  <a:srgbClr val="FFFFFF"/>
                </a:solidFill>
              </a:rPr>
              <a:t>년대 인터넷과 분산 시스템의 성장에 대응하기 위해 </a:t>
            </a:r>
            <a:r>
              <a:rPr kumimoji="1" lang="en-US" altLang="ko-KR" sz="2800">
                <a:solidFill>
                  <a:srgbClr val="FFFFFF"/>
                </a:solidFill>
              </a:rPr>
              <a:t>AI</a:t>
            </a:r>
            <a:r>
              <a:rPr kumimoji="1" lang="ko-KR" altLang="en-US" sz="2800">
                <a:solidFill>
                  <a:srgbClr val="FFFFFF"/>
                </a:solidFill>
              </a:rPr>
              <a:t>에서 등장했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6FDE7C-B860-44EE-B294-C8358F7A8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3921" y="4568225"/>
            <a:ext cx="2764903" cy="22897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BBE69E-6762-44BE-C311-2FD39E4A3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52006" y="4762275"/>
            <a:ext cx="1466147" cy="15611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6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4</a:t>
            </a:fld>
            <a:endParaRPr lang="en-US" sz="66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281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9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9" name="Rectangle 10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20" name="Picture 5" descr="스케치된 광선과 코드가 있는 노란색 배경의 전구">
            <a:extLst>
              <a:ext uri="{FF2B5EF4-FFF2-40B4-BE49-F238E27FC236}">
                <a16:creationId xmlns:a16="http://schemas.microsoft.com/office/drawing/2014/main" id="{99EAF664-385C-8EE2-AD13-337954E5C5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253" r="-1" b="-1"/>
          <a:stretch/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1" name="Rectangle 13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110394-7DAC-914B-04ED-65E86580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kumimoji="1" lang="en-US" altLang="ko-KR" sz="3200"/>
              <a:t>Concept</a:t>
            </a:r>
            <a:endParaRPr kumimoji="1" lang="ko-KR" altLang="en-US" sz="3200"/>
          </a:p>
        </p:txBody>
      </p:sp>
      <p:pic>
        <p:nvPicPr>
          <p:cNvPr id="22" name="Picture 15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1AC261-150F-18DF-053E-4BFF1F944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581635" cy="3599316"/>
          </a:xfrm>
        </p:spPr>
        <p:txBody>
          <a:bodyPr>
            <a:normAutofit/>
          </a:bodyPr>
          <a:lstStyle/>
          <a:p>
            <a:r>
              <a:rPr kumimoji="1" lang="ko-KR" altLang="en-US" sz="1800" dirty="0"/>
              <a:t>다중 에이전트 접근 방식의 핵심은 특정 환경에 존재하는 개체로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이를 인식하고 그에 따라 행동할 수 있는 에이전트의 개념</a:t>
            </a:r>
            <a:endParaRPr kumimoji="1" lang="en-US" altLang="ko-KR" sz="1800" dirty="0"/>
          </a:p>
          <a:p>
            <a:r>
              <a:rPr kumimoji="1" lang="ko-KR" altLang="en-US" sz="1800" dirty="0"/>
              <a:t>매우 광범위한 정의이며 에이전트에는 다양한 유형과 분류가 있을 수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F8893-EEAA-846F-284A-B952DA0D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220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3286F1-00AD-B483-8E8B-D984E32E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400">
                <a:solidFill>
                  <a:schemeClr val="accent1"/>
                </a:solidFill>
              </a:rPr>
              <a:t>Different types and classifications of agents</a:t>
            </a:r>
            <a:endParaRPr kumimoji="1" lang="ko-KR" altLang="en-US" sz="44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7916E-AF62-B788-D081-60B7F9E1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6090528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추론 능력에 따라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반응형 </a:t>
            </a:r>
            <a:r>
              <a:rPr kumimoji="1" lang="en-US" altLang="ko-KR" dirty="0"/>
              <a:t>(reactive) </a:t>
            </a:r>
            <a:r>
              <a:rPr kumimoji="1" lang="ko-KR" altLang="en-US" dirty="0"/>
              <a:t>에이전트는 일반적으로 단순한 요청</a:t>
            </a:r>
            <a:r>
              <a:rPr kumimoji="1" lang="en-US" altLang="ko-KR" dirty="0"/>
              <a:t>-</a:t>
            </a:r>
            <a:r>
              <a:rPr kumimoji="1" lang="ko-KR" altLang="en-US" dirty="0"/>
              <a:t>응답 유형의 행동을 수행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 err="1"/>
              <a:t>심의적</a:t>
            </a:r>
            <a:r>
              <a:rPr kumimoji="1" lang="ko-KR" altLang="en-US" dirty="0"/>
              <a:t> </a:t>
            </a:r>
            <a:r>
              <a:rPr kumimoji="1" lang="en-US" altLang="ko-KR" dirty="0"/>
              <a:t>(deliberative) </a:t>
            </a:r>
            <a:r>
              <a:rPr kumimoji="1" lang="ko-KR" altLang="en-US" dirty="0"/>
              <a:t>에이전트는 일종의 논리적 추론 및</a:t>
            </a:r>
            <a:r>
              <a:rPr kumimoji="1" lang="en-US" altLang="ko-KR" dirty="0"/>
              <a:t>/</a:t>
            </a:r>
            <a:r>
              <a:rPr kumimoji="1" lang="ko-KR" altLang="en-US" dirty="0"/>
              <a:t>또는 계획 기능을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DF077-DEA5-D588-D33A-AEB8F5A3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8752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3286F1-00AD-B483-8E8B-D984E32E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400">
                <a:solidFill>
                  <a:schemeClr val="accent1"/>
                </a:solidFill>
              </a:rPr>
              <a:t>Different types and classifications of agents</a:t>
            </a:r>
            <a:endParaRPr kumimoji="1" lang="ko-KR" altLang="en-US" sz="44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7916E-AF62-B788-D081-60B7F9E1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에이전트가 코드를 실행하는 위치에 따라</a:t>
            </a:r>
            <a:r>
              <a:rPr kumimoji="1" lang="en-US" altLang="ko-KR" sz="2000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정적 </a:t>
            </a:r>
            <a:r>
              <a:rPr kumimoji="1" lang="en-US" altLang="ko-KR" dirty="0"/>
              <a:t>(static) </a:t>
            </a:r>
            <a:r>
              <a:rPr kumimoji="1" lang="ko-KR" altLang="en-US" dirty="0"/>
              <a:t>에이전트는 전용 네트워크 노드에서 작동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모바일 </a:t>
            </a:r>
            <a:r>
              <a:rPr kumimoji="1" lang="en-US" altLang="ko-KR" dirty="0"/>
              <a:t>(mobile) </a:t>
            </a:r>
            <a:r>
              <a:rPr kumimoji="1" lang="ko-KR" altLang="en-US" dirty="0"/>
              <a:t>에이전트는 네트워크 노드 간에 코드를 이동할 수 있음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DF077-DEA5-D588-D33A-AEB8F5A3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703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3286F1-00AD-B483-8E8B-D984E32ED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400">
                <a:solidFill>
                  <a:schemeClr val="accent1"/>
                </a:solidFill>
              </a:rPr>
              <a:t>Different types and classifications of agents</a:t>
            </a:r>
            <a:endParaRPr kumimoji="1" lang="ko-KR" altLang="en-US" sz="44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17916E-AF62-B788-D081-60B7F9E1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7251824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행동에 따라</a:t>
            </a:r>
            <a:r>
              <a:rPr kumimoji="1" lang="en-US" altLang="ko-KR" sz="2000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패시브 </a:t>
            </a:r>
            <a:r>
              <a:rPr kumimoji="1" lang="en-US" altLang="ko-KR" dirty="0"/>
              <a:t>(passive) </a:t>
            </a:r>
            <a:r>
              <a:rPr kumimoji="1" lang="ko-KR" altLang="en-US" dirty="0"/>
              <a:t>에이전트는 특정 목표가 없음</a:t>
            </a:r>
            <a:endParaRPr kumimoji="1" lang="en-US" altLang="ko-KR" dirty="0"/>
          </a:p>
          <a:p>
            <a:pPr lvl="2">
              <a:buFont typeface="Wingdings" pitchFamily="2" charset="2"/>
              <a:buChar char="ü"/>
            </a:pPr>
            <a:r>
              <a:rPr kumimoji="1" lang="ko-KR" altLang="en-US" sz="2000" dirty="0"/>
              <a:t>이러한 에이전트는 외부 자극에 반응할 수는 있지만 스스로 작업을 시작하지는 않음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능동 </a:t>
            </a:r>
            <a:r>
              <a:rPr kumimoji="1" lang="en-US" altLang="ko-KR" dirty="0"/>
              <a:t>(active) </a:t>
            </a:r>
            <a:r>
              <a:rPr kumimoji="1" lang="ko-KR" altLang="en-US" dirty="0"/>
              <a:t>에이전트에는 추구하는 목표가 있음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인지 </a:t>
            </a:r>
            <a:r>
              <a:rPr kumimoji="1" lang="en-US" altLang="ko-KR" dirty="0"/>
              <a:t>(cognitive) </a:t>
            </a:r>
            <a:r>
              <a:rPr kumimoji="1" lang="ko-KR" altLang="en-US" dirty="0"/>
              <a:t>에이전트는 복잡한 계획과 추론을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FDF077-DEA5-D588-D33A-AEB8F5A3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608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29BF524-0793-5DDA-DE84-1D2F5621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3700"/>
              <a:t>Multi-agent systems are nowadays used in a number of applications</a:t>
            </a:r>
            <a:endParaRPr kumimoji="1" lang="ko-KR" altLang="en-US" sz="37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998BF0-34AE-8201-731A-82F459ED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11B30918-A8B3-448C-CBBD-8C97213D5C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366570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89510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E8EC1E-D72C-5F1C-72A3-25A008123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5041628" cy="3599316"/>
          </a:xfrm>
        </p:spPr>
        <p:txBody>
          <a:bodyPr>
            <a:normAutofit/>
          </a:bodyPr>
          <a:lstStyle/>
          <a:p>
            <a:r>
              <a:rPr kumimoji="1" lang="en-US" altLang="ko-KR" sz="2000"/>
              <a:t>NetLogo</a:t>
            </a:r>
            <a:r>
              <a:rPr kumimoji="1" lang="ko-KR" altLang="en-US" sz="2000"/>
              <a:t>는 </a:t>
            </a:r>
            <a:r>
              <a:rPr kumimoji="1" lang="en-US" altLang="ko-KR" sz="2000"/>
              <a:t>Logo</a:t>
            </a:r>
            <a:r>
              <a:rPr kumimoji="1" lang="ko-KR" altLang="en-US" sz="2000"/>
              <a:t> 프로그래밍을 기반으로 하는 멀티 에이전트 모델링 환경</a:t>
            </a:r>
            <a:endParaRPr kumimoji="1" lang="en-US" altLang="ko-KR" sz="2000"/>
          </a:p>
          <a:p>
            <a:pPr lvl="1"/>
            <a:r>
              <a:rPr kumimoji="1" lang="en-US" altLang="ko-KR" dirty="0"/>
              <a:t>Logo</a:t>
            </a:r>
            <a:r>
              <a:rPr kumimoji="1" lang="ko-KR" altLang="en-US" dirty="0"/>
              <a:t>는 아이들에게 프로그래밍 개념을 가르치기 위해 개발되었으며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움직이고 흔적을 남길 수 있는 거북이라는 에이전트를 제어할 수 있음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이를 통해 복잡한 기하학적 도형을 만들 수 있어 에이전트의 동작을 매우 시각적으로 이해할 수 있음</a:t>
            </a:r>
          </a:p>
        </p:txBody>
      </p:sp>
      <p:pic>
        <p:nvPicPr>
          <p:cNvPr id="6" name="Picture 5" descr="목재 배경의 기하학적 모양">
            <a:extLst>
              <a:ext uri="{FF2B5EF4-FFF2-40B4-BE49-F238E27FC236}">
                <a16:creationId xmlns:a16="http://schemas.microsoft.com/office/drawing/2014/main" id="{B3F2CC11-935E-C1C5-89E2-E790113F3C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718" r="26965"/>
          <a:stretch/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4A4903-A39C-8747-F4C9-DC8E423EC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041629" cy="1080938"/>
          </a:xfrm>
        </p:spPr>
        <p:txBody>
          <a:bodyPr>
            <a:normAutofit/>
          </a:bodyPr>
          <a:lstStyle/>
          <a:p>
            <a:r>
              <a:rPr kumimoji="1" lang="en-US" altLang="ko-KR" dirty="0" err="1"/>
              <a:t>NetLogo</a:t>
            </a:r>
            <a:endParaRPr kumimoji="1" lang="ko-KR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E03B67-E281-8097-7B2A-9812A030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07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D305B5-D773-991F-5770-CA39ECC0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800">
                <a:solidFill>
                  <a:schemeClr val="accent1"/>
                </a:solidFill>
              </a:rPr>
              <a:t>Download &amp; follow Getting Started with NetLogo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F9B091-F8D9-9C85-4B60-B26EBE868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en" altLang="ko-KR" sz="2000">
                <a:hlinkClick r:id="rId3"/>
              </a:rPr>
              <a:t>https://ccl.northwestern.edu/netlogo/bind/article/getting-started-with-netlogo.html</a:t>
            </a:r>
            <a:endParaRPr kumimoji="1" lang="en" altLang="ko-KR" sz="2000"/>
          </a:p>
          <a:p>
            <a:endParaRPr kumimoji="1" lang="ko-KR" altLang="en-US" sz="20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4B1B11-324F-11AB-E958-04CCB5BC0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04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6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8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0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32" name="Rectangle 18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20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A92F5A-0511-36FF-9850-AAA2FF1D5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9117" y="756005"/>
            <a:ext cx="8523890" cy="12417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 latinLnBrk="0">
              <a:buNone/>
            </a:pPr>
            <a:r>
              <a:rPr kumimoji="1" lang="en-US" altLang="ko-KR" sz="2800" dirty="0">
                <a:solidFill>
                  <a:schemeClr val="accent1"/>
                </a:solidFill>
              </a:rPr>
              <a:t>Biology -&gt; Evolution -&gt; Wolf Sheep Predation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88F03D-3E64-26CD-4FB9-3900BCC99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113" y="1997765"/>
            <a:ext cx="5872891" cy="2696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6000">
                <a:solidFill>
                  <a:srgbClr val="FFFFFF"/>
                </a:solidFill>
              </a:rPr>
              <a:t>Models Library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32E2CB-29F5-21BC-27E6-2E3514A6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1380" y="316238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4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12</a:t>
            </a:fld>
            <a:endParaRPr lang="en-US" sz="4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944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FF12AF7-5EA2-D2B4-E8FE-08938011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3700"/>
              <a:t>NetLogo's world consists of the following objects</a:t>
            </a:r>
            <a:endParaRPr kumimoji="1" lang="ko-KR" altLang="en-US" sz="37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DD246-321C-1B31-97D8-5CB93C8D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BA7A1A07-8836-C777-0C48-DC3B0DC7C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776103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73064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6B1843-D900-061B-AFC3-B05EF6A9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Flocking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ED4991-600C-85DC-B101-A859E854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8" name="내용 개체 틀 2">
            <a:extLst>
              <a:ext uri="{FF2B5EF4-FFF2-40B4-BE49-F238E27FC236}">
                <a16:creationId xmlns:a16="http://schemas.microsoft.com/office/drawing/2014/main" id="{6747F8CD-ACD3-78D2-8025-A53D24326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747497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05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7EE1C84-40B6-612B-27B0-E8EBBA29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800">
                <a:solidFill>
                  <a:schemeClr val="accent1"/>
                </a:solidFill>
              </a:rPr>
              <a:t>Flocking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D0C0A2-CC44-92F6-A205-9A1AA0D5B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706453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복잡한 동작은 각 개별 에이전트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이 경우 새</a:t>
            </a:r>
            <a:r>
              <a:rPr kumimoji="1" lang="en-US" altLang="ko-KR" sz="2000" dirty="0"/>
              <a:t>)</a:t>
            </a:r>
            <a:r>
              <a:rPr kumimoji="1" lang="ko-KR" altLang="en-US" sz="2000" dirty="0"/>
              <a:t>가 가까운 거리에 있는 다른 에이전트만 관찰할 때 발생하며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세 가지 간단한 규칙을 따름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정렬 </a:t>
            </a:r>
            <a:r>
              <a:rPr kumimoji="1" lang="en-US" altLang="ko-KR" dirty="0"/>
              <a:t>(alignment)</a:t>
            </a: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ko-KR" altLang="en-US" dirty="0"/>
              <a:t>주변 에이전트의 평균 방향을 향해 조종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응집력</a:t>
            </a:r>
            <a:r>
              <a:rPr kumimoji="1" lang="en-US" altLang="ko-KR" dirty="0"/>
              <a:t> (cohesion)</a:t>
            </a: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ko-KR" altLang="en-US" dirty="0"/>
              <a:t>이웃 에이전트의 평균 위치</a:t>
            </a:r>
            <a:r>
              <a:rPr kumimoji="1" lang="en-US" altLang="ko-KR" dirty="0"/>
              <a:t>(</a:t>
            </a:r>
            <a:r>
              <a:rPr kumimoji="1" lang="ko-KR" altLang="en-US" dirty="0"/>
              <a:t>장거리 </a:t>
            </a:r>
            <a:r>
              <a:rPr kumimoji="1" lang="en-US" altLang="ko-KR" dirty="0"/>
              <a:t>attraction)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향해 조종하려고 시도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분리</a:t>
            </a:r>
            <a:r>
              <a:rPr kumimoji="1" lang="en-US" altLang="ko-KR" dirty="0"/>
              <a:t> (separation)</a:t>
            </a: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ko-KR" altLang="en-US" dirty="0"/>
              <a:t>다른 새와 너무 가까워지면 멀리 이동하려고 시다</a:t>
            </a:r>
            <a:r>
              <a:rPr kumimoji="1" lang="en-US" altLang="ko-KR" dirty="0"/>
              <a:t>(</a:t>
            </a:r>
            <a:r>
              <a:rPr kumimoji="1" lang="ko-KR" altLang="en-US" dirty="0"/>
              <a:t>단거리 </a:t>
            </a:r>
            <a:r>
              <a:rPr kumimoji="1" lang="en-US" altLang="ko-KR" dirty="0"/>
              <a:t>repulsion)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74CB7-0CB0-0D87-8321-00C18794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511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C86813-3C07-ED8E-A6B8-858953FA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-US" altLang="ko-KR" sz="4400"/>
              <a:t>Flocking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74AC83-F12D-8BD8-A322-D07AE89C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58899685-ABA9-ED80-E4AE-F2A80CCC1E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031574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71918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230C1-B0B0-F19A-5E45-81C4E322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To do: </a:t>
            </a:r>
            <a:r>
              <a:rPr kumimoji="1" lang="en-US" altLang="ko-KR" dirty="0" err="1"/>
              <a:t>NetLogo</a:t>
            </a:r>
            <a:r>
              <a:rPr kumimoji="1" lang="en-US" altLang="ko-KR" dirty="0"/>
              <a:t> #01 </a:t>
            </a:r>
            <a:endParaRPr kumimoji="1" lang="ko-KR" altLang="en-US" dirty="0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64B6080C-5133-4AA1-FA8F-43233C3A5C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6A8983-FCFE-DEB5-ECBC-2822A1382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79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341052-73F2-435C-A1F0-70961D11B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A7D6FD-CBAA-0210-927E-66E5460CDE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5000"/>
            <a:grayscl/>
          </a:blip>
          <a:srcRect/>
          <a:stretch/>
        </p:blipFill>
        <p:spPr>
          <a:xfrm>
            <a:off x="-608749" y="753227"/>
            <a:ext cx="12192000" cy="6858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D2D0F6-68B7-4A2F-B80D-B3AAC1F4D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0BCEF11-98AA-4EF8-91CF-8146F6479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F6D75A-7F35-1347-3C62-6C51D795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/>
              <a:t>To do: NetLogo #02</a:t>
            </a:r>
            <a:endParaRPr kumimoji="1" lang="ko-KR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816C00-E2A2-4A28-A8CB-2E9E10E9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2892C6A-FAAA-49A9-B836-6ECC4D48D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DC2F6-EDA2-461F-3414-DC3E781A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2254ABDA-034D-C704-877E-0F781F559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395060"/>
          </a:xfrm>
        </p:spPr>
        <p:txBody>
          <a:bodyPr anchor="ctr">
            <a:normAutofit/>
          </a:bodyPr>
          <a:lstStyle/>
          <a:p>
            <a:r>
              <a:rPr kumimoji="1" lang="en" altLang="ko-KR" sz="2000"/>
              <a:t>Art → Fireworks: </a:t>
            </a:r>
            <a:r>
              <a:rPr kumimoji="1" lang="ko-KR" altLang="en-US" sz="2000"/>
              <a:t>불꽃놀이를 개별 불꽃의 집합적인 행동으로 간주할 수 있는 방법을 보여줌</a:t>
            </a:r>
            <a:endParaRPr kumimoji="1" lang="en-US" altLang="ko-KR" sz="2000"/>
          </a:p>
          <a:p>
            <a:r>
              <a:rPr kumimoji="1" lang="en" altLang="ko-KR" sz="2000"/>
              <a:t>Social Science → Traffic Basic and Social Science → Traffic Grid</a:t>
            </a:r>
            <a:r>
              <a:rPr kumimoji="1" lang="en-US" altLang="ko-KR" sz="2000"/>
              <a:t>:</a:t>
            </a:r>
            <a:r>
              <a:rPr kumimoji="1" lang="ko-KR" altLang="en-US" sz="2000"/>
              <a:t> 신호등이 있거나 없는 </a:t>
            </a:r>
            <a:r>
              <a:rPr kumimoji="1" lang="en-US" altLang="ko-KR" sz="2000"/>
              <a:t>1</a:t>
            </a:r>
            <a:r>
              <a:rPr kumimoji="1" lang="en" altLang="ko-KR" sz="2000"/>
              <a:t>D </a:t>
            </a:r>
            <a:r>
              <a:rPr kumimoji="1" lang="ko-KR" altLang="en-US" sz="2000"/>
              <a:t>및 </a:t>
            </a:r>
            <a:r>
              <a:rPr kumimoji="1" lang="en-US" altLang="ko-KR" sz="2000"/>
              <a:t>2</a:t>
            </a:r>
            <a:r>
              <a:rPr kumimoji="1" lang="en" altLang="ko-KR" sz="2000"/>
              <a:t>D </a:t>
            </a:r>
            <a:r>
              <a:rPr kumimoji="1" lang="ko-KR" altLang="en-US" sz="2000"/>
              <a:t>그리드에서 도시 교통 모델을 보여줌</a:t>
            </a:r>
            <a:endParaRPr kumimoji="1" lang="en-US" altLang="ko-KR" sz="2000"/>
          </a:p>
          <a:p>
            <a:pPr lvl="1">
              <a:buFont typeface="Wingdings" pitchFamily="2" charset="2"/>
              <a:buChar char="Ø"/>
            </a:pPr>
            <a:r>
              <a:rPr kumimoji="1" lang="ko-KR" altLang="en-US"/>
              <a:t>시뮬레이션의 각 차량은 다음 규칙을 따릅니다</a:t>
            </a:r>
            <a:r>
              <a:rPr kumimoji="1" lang="en-US" altLang="ko-KR"/>
              <a:t>:</a:t>
            </a:r>
          </a:p>
          <a:p>
            <a:pPr lvl="2">
              <a:buFont typeface="Wingdings" pitchFamily="2" charset="2"/>
              <a:buChar char="ü"/>
            </a:pPr>
            <a:r>
              <a:rPr kumimoji="1" lang="ko-KR" altLang="en-US" sz="2000"/>
              <a:t>앞 공간이 비어 있으면 가속 </a:t>
            </a:r>
            <a:r>
              <a:rPr kumimoji="1" lang="en-US" altLang="ko-KR" sz="2000"/>
              <a:t>(</a:t>
            </a:r>
            <a:r>
              <a:rPr kumimoji="1" lang="ko-KR" altLang="en-US" sz="2000"/>
              <a:t>특정 최대 속도까지</a:t>
            </a:r>
            <a:r>
              <a:rPr kumimoji="1" lang="en-US" altLang="ko-KR" sz="2000"/>
              <a:t>)</a:t>
            </a:r>
          </a:p>
          <a:p>
            <a:pPr lvl="2">
              <a:buFont typeface="Wingdings" pitchFamily="2" charset="2"/>
              <a:buChar char="ü"/>
            </a:pPr>
            <a:r>
              <a:rPr kumimoji="1" lang="ko-KR" altLang="en-US" sz="2000"/>
              <a:t>전방에 장애물이 보이면 브레이크를 밟음 </a:t>
            </a:r>
            <a:r>
              <a:rPr kumimoji="1" lang="en-US" altLang="ko-KR" sz="2000"/>
              <a:t>(</a:t>
            </a:r>
            <a:r>
              <a:rPr kumimoji="1" lang="ko-KR" altLang="en-US" sz="2000"/>
              <a:t>운전자가 볼 수 있는 거리를 조정할 수 있음</a:t>
            </a:r>
            <a:r>
              <a:rPr kumimoji="1" lang="en-US" altLang="ko-KR" sz="2000"/>
              <a:t>)</a:t>
            </a:r>
          </a:p>
          <a:p>
            <a:r>
              <a:rPr kumimoji="1" lang="en" altLang="ko-KR" sz="2000"/>
              <a:t>Social Science → Party</a:t>
            </a:r>
            <a:r>
              <a:rPr kumimoji="1" lang="en-US" altLang="ko-KR" sz="2000"/>
              <a:t>:</a:t>
            </a:r>
            <a:r>
              <a:rPr kumimoji="1" lang="ko-KR" altLang="en-US" sz="2000"/>
              <a:t> 칵테일 파티에서 사람들이 어떻게 모이는지 보여줌</a:t>
            </a:r>
            <a:endParaRPr kumimoji="1" lang="en-US" altLang="ko-KR" sz="2000"/>
          </a:p>
          <a:p>
            <a:pPr lvl="1">
              <a:buFont typeface="Wingdings" pitchFamily="2" charset="2"/>
              <a:buChar char="Ø"/>
            </a:pPr>
            <a:r>
              <a:rPr kumimoji="1" lang="ko-KR" altLang="en-US"/>
              <a:t>그룹의 행복을 가장 빠르게 증가시키는 매개변수의 조합을 찾을 수 있음</a:t>
            </a:r>
          </a:p>
        </p:txBody>
      </p:sp>
    </p:spTree>
    <p:extLst>
      <p:ext uri="{BB962C8B-B14F-4D97-AF65-F5344CB8AC3E}">
        <p14:creationId xmlns:p14="http://schemas.microsoft.com/office/powerpoint/2010/main" val="3820239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F33828-4F52-D629-9ACC-196E25CDB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-US" altLang="ko-KR" sz="4400" dirty="0"/>
              <a:t>Lessons</a:t>
            </a:r>
            <a:endParaRPr kumimoji="1" lang="ko-KR" altLang="en-US" sz="4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011781-0300-91AF-E4B8-4848D7FDC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8AA50B69-9AAE-73A1-F867-92E1BC0C9C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993068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7371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3272B-E5E2-B290-20E0-DAA85E96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Deliberative Agents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9124CD-BFC0-C3CF-B7D9-1C00BEE76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graphicFrame>
        <p:nvGraphicFramePr>
          <p:cNvPr id="20" name="내용 개체 틀 2">
            <a:extLst>
              <a:ext uri="{FF2B5EF4-FFF2-40B4-BE49-F238E27FC236}">
                <a16:creationId xmlns:a16="http://schemas.microsoft.com/office/drawing/2014/main" id="{1298128B-F972-5A8E-9FA4-E618667DC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9194846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7636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5B62B9-F4D0-27BC-673A-B362CC50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800">
                <a:solidFill>
                  <a:schemeClr val="accent1"/>
                </a:solidFill>
              </a:rPr>
              <a:t>Deliberative Agents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6244C3-9A43-37D0-0A2D-F5EF78403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6315390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에이전트가 소통해야 하는데 성공적인 커뮤니케이션을 위해서는 다음이 필요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/>
              <a:t>Knowledge Interchange Format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en" altLang="ko-KR" dirty="0"/>
              <a:t>KIF) </a:t>
            </a:r>
            <a:r>
              <a:rPr kumimoji="1" lang="ko-KR" altLang="en-US" dirty="0"/>
              <a:t>및 </a:t>
            </a:r>
            <a:r>
              <a:rPr kumimoji="1" lang="en" altLang="ko-KR" dirty="0"/>
              <a:t>Knowledge Query and Manipulation Language 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en" altLang="ko-KR" dirty="0"/>
              <a:t>KQML)</a:t>
            </a:r>
            <a:r>
              <a:rPr kumimoji="1" lang="ko-KR" altLang="en-US" dirty="0"/>
              <a:t>와 같은 지식 교환을 위한 몇 가지 표준 언어가 필요</a:t>
            </a:r>
            <a:endParaRPr kumimoji="1" lang="en-US" altLang="ko-KR" dirty="0"/>
          </a:p>
          <a:p>
            <a:pPr lvl="2">
              <a:buFont typeface="Wingdings" pitchFamily="2" charset="2"/>
              <a:buChar char="ü"/>
            </a:pPr>
            <a:r>
              <a:rPr kumimoji="1" lang="ko-KR" altLang="en-US" sz="2000" dirty="0"/>
              <a:t>이러한 언어는 </a:t>
            </a:r>
            <a:r>
              <a:rPr kumimoji="1" lang="en" altLang="ko-KR" sz="2000" dirty="0"/>
              <a:t>Speech Act</a:t>
            </a:r>
            <a:r>
              <a:rPr kumimoji="1" lang="ko-KR" altLang="en-US" sz="2000" dirty="0"/>
              <a:t> 이론을 기반으로 설계되었음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이러한 언어에는 다양한 경매 유형에 따라 협상을 위한 몇 가지 프로토콜도 포함되어야 함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공통 온톨로지를 사용하여 의미를 알고 동일한 개념을 참조할 수 있도록 해야 함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일종의 온톨로지를 기반으로 서로 다른 에이전트가 무엇을 할 수 있는지 알아내는 방법도 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6961B-B2B3-7974-E145-15BF4AA2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38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B495-54C7-3075-F2FF-858544057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ko-KR"/>
              <a:t>Deliberative Agents</a:t>
            </a:r>
            <a:endParaRPr kumimoji="1" lang="ko-KR" altLang="en-US" dirty="0"/>
          </a:p>
        </p:txBody>
      </p:sp>
      <p:graphicFrame>
        <p:nvGraphicFramePr>
          <p:cNvPr id="20" name="내용 개체 틀 2">
            <a:extLst>
              <a:ext uri="{FF2B5EF4-FFF2-40B4-BE49-F238E27FC236}">
                <a16:creationId xmlns:a16="http://schemas.microsoft.com/office/drawing/2014/main" id="{7978392D-9776-111F-8BDE-09CAFFA353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61438C-4178-950D-A4BD-02CD800E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92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3E96AF-A4CA-D5F7-433A-B4C94F7F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800">
                <a:solidFill>
                  <a:schemeClr val="accent1"/>
                </a:solidFill>
              </a:rPr>
              <a:t>Conclusion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DA144-5BEC-A044-966D-3C9C30D36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멀티 에이전트 시스템을 구축하는 데 사용할 수 있는 플랫폼으로는 </a:t>
            </a:r>
            <a:r>
              <a:rPr kumimoji="1" lang="en" altLang="ko-KR" sz="2000" dirty="0"/>
              <a:t>JADE </a:t>
            </a:r>
            <a:r>
              <a:rPr kumimoji="1" lang="ko-KR" altLang="en-US" sz="2000" dirty="0"/>
              <a:t>등이 있음</a:t>
            </a:r>
            <a:endParaRPr kumimoji="1" lang="en-US" altLang="ko-KR" sz="2000" dirty="0"/>
          </a:p>
          <a:p>
            <a:pPr lvl="1"/>
            <a:r>
              <a:rPr kumimoji="1" lang="en-US" altLang="ko-KR" dirty="0">
                <a:hlinkClick r:id="rId3"/>
              </a:rPr>
              <a:t>https://jade.tilab.com/</a:t>
            </a:r>
            <a:endParaRPr kumimoji="1" lang="en-US" altLang="ko-KR" dirty="0"/>
          </a:p>
          <a:p>
            <a:pPr marL="457200" lvl="1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892BBC-CEB0-2B0C-A9FB-92A14CE9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938082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5473</TotalTime>
  <Words>1143</Words>
  <Application>Microsoft Macintosh PowerPoint</Application>
  <PresentationFormat>와이드스크린</PresentationFormat>
  <Paragraphs>132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Trebuchet MS</vt:lpstr>
      <vt:lpstr>Wingdings</vt:lpstr>
      <vt:lpstr>베를린</vt:lpstr>
      <vt:lpstr>Multi-Agent Systems</vt:lpstr>
      <vt:lpstr>Video</vt:lpstr>
      <vt:lpstr>Introduction</vt:lpstr>
      <vt:lpstr>History</vt:lpstr>
      <vt:lpstr>Concept</vt:lpstr>
      <vt:lpstr>Different types and classifications of agents</vt:lpstr>
      <vt:lpstr>Different types and classifications of agents</vt:lpstr>
      <vt:lpstr>Different types and classifications of agents</vt:lpstr>
      <vt:lpstr>Multi-agent systems are nowadays used in a number of applications</vt:lpstr>
      <vt:lpstr>NetLogo</vt:lpstr>
      <vt:lpstr>Download &amp; follow Getting Started with NetLogo</vt:lpstr>
      <vt:lpstr>Models Library</vt:lpstr>
      <vt:lpstr>NetLogo's world consists of the following objects</vt:lpstr>
      <vt:lpstr>Flocking</vt:lpstr>
      <vt:lpstr>Flocking</vt:lpstr>
      <vt:lpstr>Flocking</vt:lpstr>
      <vt:lpstr>To do: NetLogo #01 </vt:lpstr>
      <vt:lpstr>To do: NetLogo #02</vt:lpstr>
      <vt:lpstr>Lessons</vt:lpstr>
      <vt:lpstr>Deliberative Agents</vt:lpstr>
      <vt:lpstr>Deliberative Agents</vt:lpstr>
      <vt:lpstr>Deliberative Agents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143</cp:revision>
  <dcterms:created xsi:type="dcterms:W3CDTF">2024-04-09T10:12:03Z</dcterms:created>
  <dcterms:modified xsi:type="dcterms:W3CDTF">2024-05-27T13:35:49Z</dcterms:modified>
</cp:coreProperties>
</file>