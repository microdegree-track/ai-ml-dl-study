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/>
    <p:restoredTop sz="94694"/>
  </p:normalViewPr>
  <p:slideViewPr>
    <p:cSldViewPr snapToGrid="0">
      <p:cViewPr varScale="1">
        <p:scale>
          <a:sx n="117" d="100"/>
          <a:sy n="117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0A300-DD8E-4110-99CC-2A531FC7AD6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6F9287-5DF7-46BA-916F-25108DDDEE77}">
      <dgm:prSet/>
      <dgm:spPr/>
      <dgm:t>
        <a:bodyPr/>
        <a:lstStyle/>
        <a:p>
          <a:r>
            <a:rPr kumimoji="1" lang="en-US"/>
            <a:t>Genetic Algorithm (GA)</a:t>
          </a:r>
          <a:r>
            <a:rPr kumimoji="1" lang="ko-KR"/>
            <a:t>은 주어진 문제에 대한 최적의 솔루션을 얻기 위해 개체군의 진화 방법을 사용하는 </a:t>
          </a:r>
          <a:r>
            <a:rPr kumimoji="1" lang="en-US"/>
            <a:t>AI</a:t>
          </a:r>
          <a:r>
            <a:rPr kumimoji="1" lang="ko-KR"/>
            <a:t>에 대한 진화적 접근 방식</a:t>
          </a:r>
          <a:endParaRPr lang="en-US"/>
        </a:p>
      </dgm:t>
    </dgm:pt>
    <dgm:pt modelId="{5624AA36-7E5C-44D3-AB6B-35FE87A3CF8A}" type="parTrans" cxnId="{0E1A67B8-E159-4006-B1AB-72B6C7007477}">
      <dgm:prSet/>
      <dgm:spPr/>
      <dgm:t>
        <a:bodyPr/>
        <a:lstStyle/>
        <a:p>
          <a:endParaRPr lang="en-US"/>
        </a:p>
      </dgm:t>
    </dgm:pt>
    <dgm:pt modelId="{11505F52-BD68-4DB2-8A79-BDDA2DD158FA}" type="sibTrans" cxnId="{0E1A67B8-E159-4006-B1AB-72B6C7007477}">
      <dgm:prSet/>
      <dgm:spPr/>
      <dgm:t>
        <a:bodyPr/>
        <a:lstStyle/>
        <a:p>
          <a:endParaRPr lang="en-US"/>
        </a:p>
      </dgm:t>
    </dgm:pt>
    <dgm:pt modelId="{21E45465-30A4-47D7-BB16-BCB9BC938710}">
      <dgm:prSet/>
      <dgm:spPr/>
      <dgm:t>
        <a:bodyPr/>
        <a:lstStyle/>
        <a:p>
          <a:r>
            <a:rPr kumimoji="1" lang="en-US"/>
            <a:t>1975</a:t>
          </a:r>
          <a:r>
            <a:rPr kumimoji="1" lang="ko-KR"/>
            <a:t>년 존 헨리 홀랜드가 제안했습니다</a:t>
          </a:r>
          <a:r>
            <a:rPr kumimoji="1" lang="en-US"/>
            <a:t>.</a:t>
          </a:r>
          <a:endParaRPr lang="en-US"/>
        </a:p>
      </dgm:t>
    </dgm:pt>
    <dgm:pt modelId="{034D627F-6EB4-4F0C-B5CE-670848606C2F}" type="parTrans" cxnId="{7BC9B8CC-1F5E-46DC-9976-44C1B5E63775}">
      <dgm:prSet/>
      <dgm:spPr/>
      <dgm:t>
        <a:bodyPr/>
        <a:lstStyle/>
        <a:p>
          <a:endParaRPr lang="en-US"/>
        </a:p>
      </dgm:t>
    </dgm:pt>
    <dgm:pt modelId="{98111DC5-7C47-4145-9879-B20CF41CEA5B}" type="sibTrans" cxnId="{7BC9B8CC-1F5E-46DC-9976-44C1B5E63775}">
      <dgm:prSet/>
      <dgm:spPr/>
      <dgm:t>
        <a:bodyPr/>
        <a:lstStyle/>
        <a:p>
          <a:endParaRPr lang="en-US"/>
        </a:p>
      </dgm:t>
    </dgm:pt>
    <dgm:pt modelId="{2F14E775-827B-DC49-AB3A-F7637BDE7919}" type="pres">
      <dgm:prSet presAssocID="{CAE0A300-DD8E-4110-99CC-2A531FC7AD6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45EBA7-4008-B94E-941C-7BA5E91898C7}" type="pres">
      <dgm:prSet presAssocID="{1A6F9287-5DF7-46BA-916F-25108DDDEE77}" presName="hierRoot1" presStyleCnt="0"/>
      <dgm:spPr/>
    </dgm:pt>
    <dgm:pt modelId="{5744F32D-DCA7-1A4C-A9CF-1646EDF1C9FF}" type="pres">
      <dgm:prSet presAssocID="{1A6F9287-5DF7-46BA-916F-25108DDDEE77}" presName="composite" presStyleCnt="0"/>
      <dgm:spPr/>
    </dgm:pt>
    <dgm:pt modelId="{1722DC16-2BD7-BE43-B9C1-48B4C5B5EFE4}" type="pres">
      <dgm:prSet presAssocID="{1A6F9287-5DF7-46BA-916F-25108DDDEE77}" presName="background" presStyleLbl="node0" presStyleIdx="0" presStyleCnt="2"/>
      <dgm:spPr/>
    </dgm:pt>
    <dgm:pt modelId="{CC5AED15-766A-E842-BF28-BA95176EDCA0}" type="pres">
      <dgm:prSet presAssocID="{1A6F9287-5DF7-46BA-916F-25108DDDEE77}" presName="text" presStyleLbl="fgAcc0" presStyleIdx="0" presStyleCnt="2">
        <dgm:presLayoutVars>
          <dgm:chPref val="3"/>
        </dgm:presLayoutVars>
      </dgm:prSet>
      <dgm:spPr/>
    </dgm:pt>
    <dgm:pt modelId="{5CE54C44-3C07-BE46-AB42-D3FE7D3F8D77}" type="pres">
      <dgm:prSet presAssocID="{1A6F9287-5DF7-46BA-916F-25108DDDEE77}" presName="hierChild2" presStyleCnt="0"/>
      <dgm:spPr/>
    </dgm:pt>
    <dgm:pt modelId="{042A5B10-CDAB-0446-BADF-E7F84AEE2C42}" type="pres">
      <dgm:prSet presAssocID="{21E45465-30A4-47D7-BB16-BCB9BC938710}" presName="hierRoot1" presStyleCnt="0"/>
      <dgm:spPr/>
    </dgm:pt>
    <dgm:pt modelId="{3B8BBCBE-8559-184B-9D35-0551AD64130A}" type="pres">
      <dgm:prSet presAssocID="{21E45465-30A4-47D7-BB16-BCB9BC938710}" presName="composite" presStyleCnt="0"/>
      <dgm:spPr/>
    </dgm:pt>
    <dgm:pt modelId="{56BFC9F2-F646-6C4A-83F1-EC8A389351E2}" type="pres">
      <dgm:prSet presAssocID="{21E45465-30A4-47D7-BB16-BCB9BC938710}" presName="background" presStyleLbl="node0" presStyleIdx="1" presStyleCnt="2"/>
      <dgm:spPr/>
    </dgm:pt>
    <dgm:pt modelId="{F02F5650-31A6-A947-98CF-60DA5FFE340B}" type="pres">
      <dgm:prSet presAssocID="{21E45465-30A4-47D7-BB16-BCB9BC938710}" presName="text" presStyleLbl="fgAcc0" presStyleIdx="1" presStyleCnt="2">
        <dgm:presLayoutVars>
          <dgm:chPref val="3"/>
        </dgm:presLayoutVars>
      </dgm:prSet>
      <dgm:spPr/>
    </dgm:pt>
    <dgm:pt modelId="{D497D381-DE80-8241-93E6-50548A9FC6CF}" type="pres">
      <dgm:prSet presAssocID="{21E45465-30A4-47D7-BB16-BCB9BC938710}" presName="hierChild2" presStyleCnt="0"/>
      <dgm:spPr/>
    </dgm:pt>
  </dgm:ptLst>
  <dgm:cxnLst>
    <dgm:cxn modelId="{0F417B0A-C17C-E545-A930-B49E5F072083}" type="presOf" srcId="{21E45465-30A4-47D7-BB16-BCB9BC938710}" destId="{F02F5650-31A6-A947-98CF-60DA5FFE340B}" srcOrd="0" destOrd="0" presId="urn:microsoft.com/office/officeart/2005/8/layout/hierarchy1"/>
    <dgm:cxn modelId="{FFE2DE15-D5BF-1946-884D-8E142A831C70}" type="presOf" srcId="{1A6F9287-5DF7-46BA-916F-25108DDDEE77}" destId="{CC5AED15-766A-E842-BF28-BA95176EDCA0}" srcOrd="0" destOrd="0" presId="urn:microsoft.com/office/officeart/2005/8/layout/hierarchy1"/>
    <dgm:cxn modelId="{0E1A67B8-E159-4006-B1AB-72B6C7007477}" srcId="{CAE0A300-DD8E-4110-99CC-2A531FC7AD6A}" destId="{1A6F9287-5DF7-46BA-916F-25108DDDEE77}" srcOrd="0" destOrd="0" parTransId="{5624AA36-7E5C-44D3-AB6B-35FE87A3CF8A}" sibTransId="{11505F52-BD68-4DB2-8A79-BDDA2DD158FA}"/>
    <dgm:cxn modelId="{7BC9B8CC-1F5E-46DC-9976-44C1B5E63775}" srcId="{CAE0A300-DD8E-4110-99CC-2A531FC7AD6A}" destId="{21E45465-30A4-47D7-BB16-BCB9BC938710}" srcOrd="1" destOrd="0" parTransId="{034D627F-6EB4-4F0C-B5CE-670848606C2F}" sibTransId="{98111DC5-7C47-4145-9879-B20CF41CEA5B}"/>
    <dgm:cxn modelId="{11C65FEB-4465-9F4B-A938-C06849BB6FAE}" type="presOf" srcId="{CAE0A300-DD8E-4110-99CC-2A531FC7AD6A}" destId="{2F14E775-827B-DC49-AB3A-F7637BDE7919}" srcOrd="0" destOrd="0" presId="urn:microsoft.com/office/officeart/2005/8/layout/hierarchy1"/>
    <dgm:cxn modelId="{A7FFFAD6-6857-7941-ADFE-594859850A3F}" type="presParOf" srcId="{2F14E775-827B-DC49-AB3A-F7637BDE7919}" destId="{5B45EBA7-4008-B94E-941C-7BA5E91898C7}" srcOrd="0" destOrd="0" presId="urn:microsoft.com/office/officeart/2005/8/layout/hierarchy1"/>
    <dgm:cxn modelId="{BEC60CFC-CDDA-6140-BEC8-B948C2808B71}" type="presParOf" srcId="{5B45EBA7-4008-B94E-941C-7BA5E91898C7}" destId="{5744F32D-DCA7-1A4C-A9CF-1646EDF1C9FF}" srcOrd="0" destOrd="0" presId="urn:microsoft.com/office/officeart/2005/8/layout/hierarchy1"/>
    <dgm:cxn modelId="{9ADD31DF-BD22-0E44-BDD8-7E3DD0881AAF}" type="presParOf" srcId="{5744F32D-DCA7-1A4C-A9CF-1646EDF1C9FF}" destId="{1722DC16-2BD7-BE43-B9C1-48B4C5B5EFE4}" srcOrd="0" destOrd="0" presId="urn:microsoft.com/office/officeart/2005/8/layout/hierarchy1"/>
    <dgm:cxn modelId="{570C7742-362E-0445-9C97-2A7CA2BD11AB}" type="presParOf" srcId="{5744F32D-DCA7-1A4C-A9CF-1646EDF1C9FF}" destId="{CC5AED15-766A-E842-BF28-BA95176EDCA0}" srcOrd="1" destOrd="0" presId="urn:microsoft.com/office/officeart/2005/8/layout/hierarchy1"/>
    <dgm:cxn modelId="{7DA6C062-80B5-4348-B7C1-6B3F867850AA}" type="presParOf" srcId="{5B45EBA7-4008-B94E-941C-7BA5E91898C7}" destId="{5CE54C44-3C07-BE46-AB42-D3FE7D3F8D77}" srcOrd="1" destOrd="0" presId="urn:microsoft.com/office/officeart/2005/8/layout/hierarchy1"/>
    <dgm:cxn modelId="{50952BCB-5EAF-7241-901E-B880C988CF54}" type="presParOf" srcId="{2F14E775-827B-DC49-AB3A-F7637BDE7919}" destId="{042A5B10-CDAB-0446-BADF-E7F84AEE2C42}" srcOrd="1" destOrd="0" presId="urn:microsoft.com/office/officeart/2005/8/layout/hierarchy1"/>
    <dgm:cxn modelId="{5AC62869-7876-134A-A9A2-A0B9BF1196B8}" type="presParOf" srcId="{042A5B10-CDAB-0446-BADF-E7F84AEE2C42}" destId="{3B8BBCBE-8559-184B-9D35-0551AD64130A}" srcOrd="0" destOrd="0" presId="urn:microsoft.com/office/officeart/2005/8/layout/hierarchy1"/>
    <dgm:cxn modelId="{F13C15FA-D11C-AA4B-B828-88C401073062}" type="presParOf" srcId="{3B8BBCBE-8559-184B-9D35-0551AD64130A}" destId="{56BFC9F2-F646-6C4A-83F1-EC8A389351E2}" srcOrd="0" destOrd="0" presId="urn:microsoft.com/office/officeart/2005/8/layout/hierarchy1"/>
    <dgm:cxn modelId="{861ABE18-FA06-C14B-A307-A046FA7C2E6B}" type="presParOf" srcId="{3B8BBCBE-8559-184B-9D35-0551AD64130A}" destId="{F02F5650-31A6-A947-98CF-60DA5FFE340B}" srcOrd="1" destOrd="0" presId="urn:microsoft.com/office/officeart/2005/8/layout/hierarchy1"/>
    <dgm:cxn modelId="{8D538410-C6B1-6146-B2EF-A8FAC8A6C957}" type="presParOf" srcId="{042A5B10-CDAB-0446-BADF-E7F84AEE2C42}" destId="{D497D381-DE80-8241-93E6-50548A9FC6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4E768B-9D86-446E-AFD4-1A88FA4DE9BA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09577C-D073-4C13-BD59-B95A383006D9}">
      <dgm:prSet/>
      <dgm:spPr/>
      <dgm:t>
        <a:bodyPr/>
        <a:lstStyle/>
        <a:p>
          <a:r>
            <a:rPr kumimoji="1" lang="ko-KR"/>
            <a:t>문제에 대한 유효한 답은 유전자로 표현할 수 있음</a:t>
          </a:r>
          <a:endParaRPr lang="en-US"/>
        </a:p>
      </dgm:t>
    </dgm:pt>
    <dgm:pt modelId="{EA6DDD8C-80B1-49C8-A64C-E8A87B91A1EF}" type="parTrans" cxnId="{624E09F6-0ABD-4654-8F62-6B12E37D95A4}">
      <dgm:prSet/>
      <dgm:spPr/>
      <dgm:t>
        <a:bodyPr/>
        <a:lstStyle/>
        <a:p>
          <a:endParaRPr lang="en-US"/>
        </a:p>
      </dgm:t>
    </dgm:pt>
    <dgm:pt modelId="{02753C42-759F-4E30-B947-7E43DFC6E78D}" type="sibTrans" cxnId="{624E09F6-0ABD-4654-8F62-6B12E37D95A4}">
      <dgm:prSet/>
      <dgm:spPr/>
      <dgm:t>
        <a:bodyPr/>
        <a:lstStyle/>
        <a:p>
          <a:endParaRPr lang="en-US"/>
        </a:p>
      </dgm:t>
    </dgm:pt>
    <dgm:pt modelId="{D7BF73BF-1C11-490C-B741-0FB63F5D642D}">
      <dgm:prSet/>
      <dgm:spPr/>
      <dgm:t>
        <a:bodyPr/>
        <a:lstStyle/>
        <a:p>
          <a:r>
            <a:rPr kumimoji="1" lang="ko-KR"/>
            <a:t>크로스오버를 사용하면 두 솔루션을 결합하여 새로운 유효한 답을 얻을 수 있음</a:t>
          </a:r>
          <a:endParaRPr lang="en-US"/>
        </a:p>
      </dgm:t>
    </dgm:pt>
    <dgm:pt modelId="{B3011DEC-1393-491B-BB47-425563AB6EF9}" type="parTrans" cxnId="{BCFF6334-AE98-43A9-AF60-85491131B0A5}">
      <dgm:prSet/>
      <dgm:spPr/>
      <dgm:t>
        <a:bodyPr/>
        <a:lstStyle/>
        <a:p>
          <a:endParaRPr lang="en-US"/>
        </a:p>
      </dgm:t>
    </dgm:pt>
    <dgm:pt modelId="{286BA395-D64F-44E9-A33C-F2C54F513D97}" type="sibTrans" cxnId="{BCFF6334-AE98-43A9-AF60-85491131B0A5}">
      <dgm:prSet/>
      <dgm:spPr/>
      <dgm:t>
        <a:bodyPr/>
        <a:lstStyle/>
        <a:p>
          <a:endParaRPr lang="en-US"/>
        </a:p>
      </dgm:t>
    </dgm:pt>
    <dgm:pt modelId="{85E39D6D-F6DA-4FC5-B980-0AC0950ECE4E}">
      <dgm:prSet/>
      <dgm:spPr/>
      <dgm:t>
        <a:bodyPr/>
        <a:lstStyle/>
        <a:p>
          <a:r>
            <a:rPr kumimoji="1" lang="ko-KR"/>
            <a:t>선택</a:t>
          </a:r>
          <a:r>
            <a:rPr kumimoji="1" lang="en-US"/>
            <a:t> (selection)</a:t>
          </a:r>
          <a:r>
            <a:rPr kumimoji="1" lang="ko-KR"/>
            <a:t>은 적합도 </a:t>
          </a:r>
          <a:r>
            <a:rPr kumimoji="1" lang="en-US"/>
            <a:t>(fitness)</a:t>
          </a:r>
          <a:r>
            <a:rPr kumimoji="1" lang="ko-KR"/>
            <a:t>함수를 사용하여 최적의 솔루션을 선택하는 데 사용</a:t>
          </a:r>
          <a:endParaRPr lang="en-US"/>
        </a:p>
      </dgm:t>
    </dgm:pt>
    <dgm:pt modelId="{9434A801-C9A7-4E1C-B43C-FF0E35DBF44D}" type="parTrans" cxnId="{8637A370-6011-41A1-B123-4650F784D875}">
      <dgm:prSet/>
      <dgm:spPr/>
      <dgm:t>
        <a:bodyPr/>
        <a:lstStyle/>
        <a:p>
          <a:endParaRPr lang="en-US"/>
        </a:p>
      </dgm:t>
    </dgm:pt>
    <dgm:pt modelId="{A5690E9C-9829-4E7B-B893-50B4158EE4AA}" type="sibTrans" cxnId="{8637A370-6011-41A1-B123-4650F784D875}">
      <dgm:prSet/>
      <dgm:spPr/>
      <dgm:t>
        <a:bodyPr/>
        <a:lstStyle/>
        <a:p>
          <a:endParaRPr lang="en-US"/>
        </a:p>
      </dgm:t>
    </dgm:pt>
    <dgm:pt modelId="{955B37CB-85BD-4445-B58A-0F0877CCF4E1}">
      <dgm:prSet/>
      <dgm:spPr/>
      <dgm:t>
        <a:bodyPr/>
        <a:lstStyle/>
        <a:p>
          <a:r>
            <a:rPr kumimoji="1" lang="ko-KR"/>
            <a:t>돌연변이</a:t>
          </a:r>
          <a:r>
            <a:rPr kumimoji="1" lang="en-US"/>
            <a:t> (mutation)</a:t>
          </a:r>
          <a:r>
            <a:rPr kumimoji="1" lang="ko-KR"/>
            <a:t>는 최적화 </a:t>
          </a:r>
          <a:r>
            <a:rPr kumimoji="1" lang="en-US"/>
            <a:t>(optimization)</a:t>
          </a:r>
          <a:r>
            <a:rPr kumimoji="1" lang="ko-KR"/>
            <a:t>를 불안정하게 만들고 지역 최소값</a:t>
          </a:r>
          <a:r>
            <a:rPr kumimoji="1" lang="en-US"/>
            <a:t> (local minimum)</a:t>
          </a:r>
          <a:r>
            <a:rPr kumimoji="1" lang="ko-KR"/>
            <a:t>에서 벗어나기 위해 도입할 수 있음</a:t>
          </a:r>
          <a:endParaRPr lang="en-US"/>
        </a:p>
      </dgm:t>
    </dgm:pt>
    <dgm:pt modelId="{23A6BBA5-4ADF-4C84-90AE-2B74217CE613}" type="parTrans" cxnId="{A5D37BC4-C048-4AA9-9189-D90128DD832C}">
      <dgm:prSet/>
      <dgm:spPr/>
      <dgm:t>
        <a:bodyPr/>
        <a:lstStyle/>
        <a:p>
          <a:endParaRPr lang="en-US"/>
        </a:p>
      </dgm:t>
    </dgm:pt>
    <dgm:pt modelId="{6065A023-402B-49CB-ADB9-D8C840C46D97}" type="sibTrans" cxnId="{A5D37BC4-C048-4AA9-9189-D90128DD832C}">
      <dgm:prSet/>
      <dgm:spPr/>
      <dgm:t>
        <a:bodyPr/>
        <a:lstStyle/>
        <a:p>
          <a:endParaRPr lang="en-US"/>
        </a:p>
      </dgm:t>
    </dgm:pt>
    <dgm:pt modelId="{CD677A8E-3558-B54D-9B69-608D9B65EBC9}" type="pres">
      <dgm:prSet presAssocID="{AE4E768B-9D86-446E-AFD4-1A88FA4DE9BA}" presName="linear" presStyleCnt="0">
        <dgm:presLayoutVars>
          <dgm:animLvl val="lvl"/>
          <dgm:resizeHandles val="exact"/>
        </dgm:presLayoutVars>
      </dgm:prSet>
      <dgm:spPr/>
    </dgm:pt>
    <dgm:pt modelId="{CB8E1B9B-F00B-F741-8DC8-3E49350DC19D}" type="pres">
      <dgm:prSet presAssocID="{2209577C-D073-4C13-BD59-B95A383006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0E697B-5776-AE4D-B573-39CF0357403B}" type="pres">
      <dgm:prSet presAssocID="{02753C42-759F-4E30-B947-7E43DFC6E78D}" presName="spacer" presStyleCnt="0"/>
      <dgm:spPr/>
    </dgm:pt>
    <dgm:pt modelId="{AA1ACC8D-8D3C-9B46-B942-69676B46C61D}" type="pres">
      <dgm:prSet presAssocID="{D7BF73BF-1C11-490C-B741-0FB63F5D642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BC9A03-99E4-B14B-938D-08614BEC9BBD}" type="pres">
      <dgm:prSet presAssocID="{286BA395-D64F-44E9-A33C-F2C54F513D97}" presName="spacer" presStyleCnt="0"/>
      <dgm:spPr/>
    </dgm:pt>
    <dgm:pt modelId="{C130D844-FEE3-8046-AC02-032294E7A922}" type="pres">
      <dgm:prSet presAssocID="{85E39D6D-F6DA-4FC5-B980-0AC0950ECE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EB0799-CEFD-634B-A082-787CDC6DC82D}" type="pres">
      <dgm:prSet presAssocID="{A5690E9C-9829-4E7B-B893-50B4158EE4AA}" presName="spacer" presStyleCnt="0"/>
      <dgm:spPr/>
    </dgm:pt>
    <dgm:pt modelId="{ED4AFD6B-E8F1-BD48-9F3A-CDFD261E626C}" type="pres">
      <dgm:prSet presAssocID="{955B37CB-85BD-4445-B58A-0F0877CCF4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FF6334-AE98-43A9-AF60-85491131B0A5}" srcId="{AE4E768B-9D86-446E-AFD4-1A88FA4DE9BA}" destId="{D7BF73BF-1C11-490C-B741-0FB63F5D642D}" srcOrd="1" destOrd="0" parTransId="{B3011DEC-1393-491B-BB47-425563AB6EF9}" sibTransId="{286BA395-D64F-44E9-A33C-F2C54F513D97}"/>
    <dgm:cxn modelId="{24C4A24D-E93B-0147-BF0D-705F42DA3B61}" type="presOf" srcId="{2209577C-D073-4C13-BD59-B95A383006D9}" destId="{CB8E1B9B-F00B-F741-8DC8-3E49350DC19D}" srcOrd="0" destOrd="0" presId="urn:microsoft.com/office/officeart/2005/8/layout/vList2"/>
    <dgm:cxn modelId="{8637A370-6011-41A1-B123-4650F784D875}" srcId="{AE4E768B-9D86-446E-AFD4-1A88FA4DE9BA}" destId="{85E39D6D-F6DA-4FC5-B980-0AC0950ECE4E}" srcOrd="2" destOrd="0" parTransId="{9434A801-C9A7-4E1C-B43C-FF0E35DBF44D}" sibTransId="{A5690E9C-9829-4E7B-B893-50B4158EE4AA}"/>
    <dgm:cxn modelId="{085E04B5-7621-5040-BD2B-6A2C0F42CF19}" type="presOf" srcId="{AE4E768B-9D86-446E-AFD4-1A88FA4DE9BA}" destId="{CD677A8E-3558-B54D-9B69-608D9B65EBC9}" srcOrd="0" destOrd="0" presId="urn:microsoft.com/office/officeart/2005/8/layout/vList2"/>
    <dgm:cxn modelId="{1818F3B8-034C-8646-A4AA-1F2CCF56379F}" type="presOf" srcId="{955B37CB-85BD-4445-B58A-0F0877CCF4E1}" destId="{ED4AFD6B-E8F1-BD48-9F3A-CDFD261E626C}" srcOrd="0" destOrd="0" presId="urn:microsoft.com/office/officeart/2005/8/layout/vList2"/>
    <dgm:cxn modelId="{A5D37BC4-C048-4AA9-9189-D90128DD832C}" srcId="{AE4E768B-9D86-446E-AFD4-1A88FA4DE9BA}" destId="{955B37CB-85BD-4445-B58A-0F0877CCF4E1}" srcOrd="3" destOrd="0" parTransId="{23A6BBA5-4ADF-4C84-90AE-2B74217CE613}" sibTransId="{6065A023-402B-49CB-ADB9-D8C840C46D97}"/>
    <dgm:cxn modelId="{EB9ACAD2-5E10-1445-845D-C32A517BCD3E}" type="presOf" srcId="{85E39D6D-F6DA-4FC5-B980-0AC0950ECE4E}" destId="{C130D844-FEE3-8046-AC02-032294E7A922}" srcOrd="0" destOrd="0" presId="urn:microsoft.com/office/officeart/2005/8/layout/vList2"/>
    <dgm:cxn modelId="{9BEFA2DE-4C6F-DE44-8984-8A9ECA39F9B1}" type="presOf" srcId="{D7BF73BF-1C11-490C-B741-0FB63F5D642D}" destId="{AA1ACC8D-8D3C-9B46-B942-69676B46C61D}" srcOrd="0" destOrd="0" presId="urn:microsoft.com/office/officeart/2005/8/layout/vList2"/>
    <dgm:cxn modelId="{624E09F6-0ABD-4654-8F62-6B12E37D95A4}" srcId="{AE4E768B-9D86-446E-AFD4-1A88FA4DE9BA}" destId="{2209577C-D073-4C13-BD59-B95A383006D9}" srcOrd="0" destOrd="0" parTransId="{EA6DDD8C-80B1-49C8-A64C-E8A87B91A1EF}" sibTransId="{02753C42-759F-4E30-B947-7E43DFC6E78D}"/>
    <dgm:cxn modelId="{3351E6F9-A41D-1244-B76B-7B9123445A29}" type="presParOf" srcId="{CD677A8E-3558-B54D-9B69-608D9B65EBC9}" destId="{CB8E1B9B-F00B-F741-8DC8-3E49350DC19D}" srcOrd="0" destOrd="0" presId="urn:microsoft.com/office/officeart/2005/8/layout/vList2"/>
    <dgm:cxn modelId="{5236666E-1451-7E43-9C95-016C4FB1C563}" type="presParOf" srcId="{CD677A8E-3558-B54D-9B69-608D9B65EBC9}" destId="{1C0E697B-5776-AE4D-B573-39CF0357403B}" srcOrd="1" destOrd="0" presId="urn:microsoft.com/office/officeart/2005/8/layout/vList2"/>
    <dgm:cxn modelId="{6E2CF58B-217B-4A48-AC71-52918E94F739}" type="presParOf" srcId="{CD677A8E-3558-B54D-9B69-608D9B65EBC9}" destId="{AA1ACC8D-8D3C-9B46-B942-69676B46C61D}" srcOrd="2" destOrd="0" presId="urn:microsoft.com/office/officeart/2005/8/layout/vList2"/>
    <dgm:cxn modelId="{66B459FF-78D3-5549-87F0-D4D9F98AA8F3}" type="presParOf" srcId="{CD677A8E-3558-B54D-9B69-608D9B65EBC9}" destId="{E8BC9A03-99E4-B14B-938D-08614BEC9BBD}" srcOrd="3" destOrd="0" presId="urn:microsoft.com/office/officeart/2005/8/layout/vList2"/>
    <dgm:cxn modelId="{3D3AD3EB-F6C9-C544-8E7D-7E7DA6F77926}" type="presParOf" srcId="{CD677A8E-3558-B54D-9B69-608D9B65EBC9}" destId="{C130D844-FEE3-8046-AC02-032294E7A922}" srcOrd="4" destOrd="0" presId="urn:microsoft.com/office/officeart/2005/8/layout/vList2"/>
    <dgm:cxn modelId="{C35DF837-8FBD-CB4C-98D5-12960D6EF18D}" type="presParOf" srcId="{CD677A8E-3558-B54D-9B69-608D9B65EBC9}" destId="{CCEB0799-CEFD-634B-A082-787CDC6DC82D}" srcOrd="5" destOrd="0" presId="urn:microsoft.com/office/officeart/2005/8/layout/vList2"/>
    <dgm:cxn modelId="{9363BD85-E6DD-C94A-AF84-E3786556B8D1}" type="presParOf" srcId="{CD677A8E-3558-B54D-9B69-608D9B65EBC9}" destId="{ED4AFD6B-E8F1-BD48-9F3A-CDFD261E626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C4B308-B143-41CC-88C8-FBD0465208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685310-E273-4FEF-86A1-D84E70401FF8}">
      <dgm:prSet/>
      <dgm:spPr/>
      <dgm:t>
        <a:bodyPr/>
        <a:lstStyle/>
        <a:p>
          <a:r>
            <a:rPr kumimoji="1" lang="ko-KR"/>
            <a:t>유전자 </a:t>
          </a:r>
          <a:r>
            <a:rPr kumimoji="1" lang="en-US"/>
            <a:t>g∈</a:t>
          </a:r>
          <a:r>
            <a:rPr kumimoji="1" lang="el-GR"/>
            <a:t>Γ</a:t>
          </a:r>
          <a:r>
            <a:rPr kumimoji="1" lang="ko-KR"/>
            <a:t>를 사용하여 문제 솔루션을 코딩하는 방법을 찾으려면 다음과 같이 할 수 있음</a:t>
          </a:r>
          <a:endParaRPr lang="en-US"/>
        </a:p>
      </dgm:t>
    </dgm:pt>
    <dgm:pt modelId="{B550228E-E6B2-40D8-80F4-623C653B12D3}" type="parTrans" cxnId="{41533809-7EF0-4B91-A35C-CA60E1DB26D2}">
      <dgm:prSet/>
      <dgm:spPr/>
      <dgm:t>
        <a:bodyPr/>
        <a:lstStyle/>
        <a:p>
          <a:endParaRPr lang="en-US"/>
        </a:p>
      </dgm:t>
    </dgm:pt>
    <dgm:pt modelId="{2E434056-3B5D-41E8-8C76-E351A5BA5865}" type="sibTrans" cxnId="{41533809-7EF0-4B91-A35C-CA60E1DB26D2}">
      <dgm:prSet/>
      <dgm:spPr/>
      <dgm:t>
        <a:bodyPr/>
        <a:lstStyle/>
        <a:p>
          <a:endParaRPr lang="en-US"/>
        </a:p>
      </dgm:t>
    </dgm:pt>
    <dgm:pt modelId="{6B918A61-AB74-4537-BA48-C7D0C95AA277}">
      <dgm:prSet/>
      <dgm:spPr/>
      <dgm:t>
        <a:bodyPr/>
        <a:lstStyle/>
        <a:p>
          <a:r>
            <a:rPr kumimoji="1" lang="ko-KR"/>
            <a:t>유전자 집합 </a:t>
          </a:r>
          <a:r>
            <a:rPr kumimoji="1" lang="el-GR"/>
            <a:t>Γ</a:t>
          </a:r>
          <a:r>
            <a:rPr kumimoji="1" lang="ko-KR"/>
            <a:t>에서 적합도 함수 적합을 정의</a:t>
          </a:r>
          <a:r>
            <a:rPr kumimoji="1" lang="en-US"/>
            <a:t>: </a:t>
          </a:r>
          <a:r>
            <a:rPr kumimoji="1" lang="el-GR"/>
            <a:t>Γ→</a:t>
          </a:r>
          <a:r>
            <a:rPr kumimoji="1" lang="en-US"/>
            <a:t>R. </a:t>
          </a:r>
          <a:r>
            <a:rPr kumimoji="1" lang="ko-KR"/>
            <a:t>함수 값이 작을수록 더 나은 솔루션에 해당</a:t>
          </a:r>
          <a:endParaRPr lang="en-US"/>
        </a:p>
      </dgm:t>
    </dgm:pt>
    <dgm:pt modelId="{0E3E4D81-9E9C-4FFB-964B-B9497CAFF9C8}" type="parTrans" cxnId="{E7100B02-6DFC-400F-BEEE-6A78DBC51978}">
      <dgm:prSet/>
      <dgm:spPr/>
      <dgm:t>
        <a:bodyPr/>
        <a:lstStyle/>
        <a:p>
          <a:endParaRPr lang="en-US"/>
        </a:p>
      </dgm:t>
    </dgm:pt>
    <dgm:pt modelId="{94930383-AC75-4E62-850A-9906C2D98933}" type="sibTrans" cxnId="{E7100B02-6DFC-400F-BEEE-6A78DBC51978}">
      <dgm:prSet/>
      <dgm:spPr/>
      <dgm:t>
        <a:bodyPr/>
        <a:lstStyle/>
        <a:p>
          <a:endParaRPr lang="en-US"/>
        </a:p>
      </dgm:t>
    </dgm:pt>
    <dgm:pt modelId="{724BDB9F-759E-4FB4-BA5C-B56428748F5D}">
      <dgm:prSet/>
      <dgm:spPr/>
      <dgm:t>
        <a:bodyPr/>
        <a:lstStyle/>
        <a:p>
          <a:r>
            <a:rPr kumimoji="1" lang="ko-KR"/>
            <a:t>두 유전자를 결합하여 새로운 유효한 솔루션 크로스오버를 얻기 위한 크로스오버 메커니즘을 정의</a:t>
          </a:r>
          <a:r>
            <a:rPr kumimoji="1" lang="en-US"/>
            <a:t>: </a:t>
          </a:r>
          <a:r>
            <a:rPr kumimoji="1" lang="el-GR"/>
            <a:t>Γ2→Γ</a:t>
          </a:r>
          <a:endParaRPr lang="en-US"/>
        </a:p>
      </dgm:t>
    </dgm:pt>
    <dgm:pt modelId="{AEA90FA8-235A-47C3-80F3-6C782473F4D7}" type="parTrans" cxnId="{355A5695-CC60-424B-B594-B90D7ED7F9C4}">
      <dgm:prSet/>
      <dgm:spPr/>
      <dgm:t>
        <a:bodyPr/>
        <a:lstStyle/>
        <a:p>
          <a:endParaRPr lang="en-US"/>
        </a:p>
      </dgm:t>
    </dgm:pt>
    <dgm:pt modelId="{9FEE0D74-56A9-4EDD-8283-1E8CC25699C4}" type="sibTrans" cxnId="{355A5695-CC60-424B-B594-B90D7ED7F9C4}">
      <dgm:prSet/>
      <dgm:spPr/>
      <dgm:t>
        <a:bodyPr/>
        <a:lstStyle/>
        <a:p>
          <a:endParaRPr lang="en-US"/>
        </a:p>
      </dgm:t>
    </dgm:pt>
    <dgm:pt modelId="{76809134-5D42-4BE7-8919-D71659B937D4}">
      <dgm:prSet/>
      <dgm:spPr/>
      <dgm:t>
        <a:bodyPr/>
        <a:lstStyle/>
        <a:p>
          <a:r>
            <a:rPr kumimoji="1" lang="ko-KR"/>
            <a:t>돌연변이 메커니즘을 정의하려면 돌연변이</a:t>
          </a:r>
          <a:r>
            <a:rPr kumimoji="1" lang="en-US"/>
            <a:t>: </a:t>
          </a:r>
          <a:r>
            <a:rPr kumimoji="1" lang="el-GR"/>
            <a:t>Γ→Γ</a:t>
          </a:r>
          <a:endParaRPr lang="en-US"/>
        </a:p>
      </dgm:t>
    </dgm:pt>
    <dgm:pt modelId="{D9C61A8D-D396-4FF2-865A-E5271E7E1B71}" type="parTrans" cxnId="{02F20AEF-F3A6-44B7-926C-970FBE6B08EB}">
      <dgm:prSet/>
      <dgm:spPr/>
      <dgm:t>
        <a:bodyPr/>
        <a:lstStyle/>
        <a:p>
          <a:endParaRPr lang="en-US"/>
        </a:p>
      </dgm:t>
    </dgm:pt>
    <dgm:pt modelId="{2B0E42AB-D968-42C0-A067-709CD4488A70}" type="sibTrans" cxnId="{02F20AEF-F3A6-44B7-926C-970FBE6B08EB}">
      <dgm:prSet/>
      <dgm:spPr/>
      <dgm:t>
        <a:bodyPr/>
        <a:lstStyle/>
        <a:p>
          <a:endParaRPr lang="en-US"/>
        </a:p>
      </dgm:t>
    </dgm:pt>
    <dgm:pt modelId="{3A64AC66-D41D-4917-81D0-F4F6E5379D82}">
      <dgm:prSet/>
      <dgm:spPr/>
      <dgm:t>
        <a:bodyPr/>
        <a:lstStyle/>
        <a:p>
          <a:r>
            <a:rPr kumimoji="1" lang="ko-KR"/>
            <a:t>대부분의 경우 크로스오버와 돌연변이는 유전자를 숫자 서열이나 비트 벡터로 조작하는 매우 간단한 알고리즘</a:t>
          </a:r>
          <a:endParaRPr lang="en-US"/>
        </a:p>
      </dgm:t>
    </dgm:pt>
    <dgm:pt modelId="{90249570-86F5-4F19-8DFB-42A7FD9AEC12}" type="parTrans" cxnId="{7B731929-3398-4C97-861D-42443E5A7880}">
      <dgm:prSet/>
      <dgm:spPr/>
      <dgm:t>
        <a:bodyPr/>
        <a:lstStyle/>
        <a:p>
          <a:endParaRPr lang="en-US"/>
        </a:p>
      </dgm:t>
    </dgm:pt>
    <dgm:pt modelId="{B14DC3FE-4082-46CA-AB70-797474140C22}" type="sibTrans" cxnId="{7B731929-3398-4C97-861D-42443E5A7880}">
      <dgm:prSet/>
      <dgm:spPr/>
      <dgm:t>
        <a:bodyPr/>
        <a:lstStyle/>
        <a:p>
          <a:endParaRPr lang="en-US"/>
        </a:p>
      </dgm:t>
    </dgm:pt>
    <dgm:pt modelId="{0905A197-23C0-A646-849B-079689A3DBE1}" type="pres">
      <dgm:prSet presAssocID="{EEC4B308-B143-41CC-88C8-FBD046520851}" presName="linear" presStyleCnt="0">
        <dgm:presLayoutVars>
          <dgm:animLvl val="lvl"/>
          <dgm:resizeHandles val="exact"/>
        </dgm:presLayoutVars>
      </dgm:prSet>
      <dgm:spPr/>
    </dgm:pt>
    <dgm:pt modelId="{AF967684-EE71-2141-B74F-510B507D9FD0}" type="pres">
      <dgm:prSet presAssocID="{DD685310-E273-4FEF-86A1-D84E70401FF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2B1213F-2310-4243-BBC6-2F2D97E7D734}" type="pres">
      <dgm:prSet presAssocID="{DD685310-E273-4FEF-86A1-D84E70401FF8}" presName="childText" presStyleLbl="revTx" presStyleIdx="0" presStyleCnt="1">
        <dgm:presLayoutVars>
          <dgm:bulletEnabled val="1"/>
        </dgm:presLayoutVars>
      </dgm:prSet>
      <dgm:spPr/>
    </dgm:pt>
    <dgm:pt modelId="{DDE30BD4-CC7E-6541-B643-DCC54E2E2670}" type="pres">
      <dgm:prSet presAssocID="{3A64AC66-D41D-4917-81D0-F4F6E5379D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7100B02-6DFC-400F-BEEE-6A78DBC51978}" srcId="{DD685310-E273-4FEF-86A1-D84E70401FF8}" destId="{6B918A61-AB74-4537-BA48-C7D0C95AA277}" srcOrd="0" destOrd="0" parTransId="{0E3E4D81-9E9C-4FFB-964B-B9497CAFF9C8}" sibTransId="{94930383-AC75-4E62-850A-9906C2D98933}"/>
    <dgm:cxn modelId="{41533809-7EF0-4B91-A35C-CA60E1DB26D2}" srcId="{EEC4B308-B143-41CC-88C8-FBD046520851}" destId="{DD685310-E273-4FEF-86A1-D84E70401FF8}" srcOrd="0" destOrd="0" parTransId="{B550228E-E6B2-40D8-80F4-623C653B12D3}" sibTransId="{2E434056-3B5D-41E8-8C76-E351A5BA5865}"/>
    <dgm:cxn modelId="{7B731929-3398-4C97-861D-42443E5A7880}" srcId="{EEC4B308-B143-41CC-88C8-FBD046520851}" destId="{3A64AC66-D41D-4917-81D0-F4F6E5379D82}" srcOrd="1" destOrd="0" parTransId="{90249570-86F5-4F19-8DFB-42A7FD9AEC12}" sibTransId="{B14DC3FE-4082-46CA-AB70-797474140C22}"/>
    <dgm:cxn modelId="{790BE935-4996-A34E-B886-71368FC2565B}" type="presOf" srcId="{DD685310-E273-4FEF-86A1-D84E70401FF8}" destId="{AF967684-EE71-2141-B74F-510B507D9FD0}" srcOrd="0" destOrd="0" presId="urn:microsoft.com/office/officeart/2005/8/layout/vList2"/>
    <dgm:cxn modelId="{C129184B-C5B1-344B-B896-AE3427B30AD0}" type="presOf" srcId="{EEC4B308-B143-41CC-88C8-FBD046520851}" destId="{0905A197-23C0-A646-849B-079689A3DBE1}" srcOrd="0" destOrd="0" presId="urn:microsoft.com/office/officeart/2005/8/layout/vList2"/>
    <dgm:cxn modelId="{AD5CA163-F4F7-704D-B39A-1C2B629C45D8}" type="presOf" srcId="{724BDB9F-759E-4FB4-BA5C-B56428748F5D}" destId="{02B1213F-2310-4243-BBC6-2F2D97E7D734}" srcOrd="0" destOrd="1" presId="urn:microsoft.com/office/officeart/2005/8/layout/vList2"/>
    <dgm:cxn modelId="{60902384-670F-DF47-AB51-87259F835850}" type="presOf" srcId="{76809134-5D42-4BE7-8919-D71659B937D4}" destId="{02B1213F-2310-4243-BBC6-2F2D97E7D734}" srcOrd="0" destOrd="2" presId="urn:microsoft.com/office/officeart/2005/8/layout/vList2"/>
    <dgm:cxn modelId="{355A5695-CC60-424B-B594-B90D7ED7F9C4}" srcId="{DD685310-E273-4FEF-86A1-D84E70401FF8}" destId="{724BDB9F-759E-4FB4-BA5C-B56428748F5D}" srcOrd="1" destOrd="0" parTransId="{AEA90FA8-235A-47C3-80F3-6C782473F4D7}" sibTransId="{9FEE0D74-56A9-4EDD-8283-1E8CC25699C4}"/>
    <dgm:cxn modelId="{8B95DCC7-816E-B04F-995E-39A7CE9C7293}" type="presOf" srcId="{6B918A61-AB74-4537-BA48-C7D0C95AA277}" destId="{02B1213F-2310-4243-BBC6-2F2D97E7D734}" srcOrd="0" destOrd="0" presId="urn:microsoft.com/office/officeart/2005/8/layout/vList2"/>
    <dgm:cxn modelId="{02F20AEF-F3A6-44B7-926C-970FBE6B08EB}" srcId="{DD685310-E273-4FEF-86A1-D84E70401FF8}" destId="{76809134-5D42-4BE7-8919-D71659B937D4}" srcOrd="2" destOrd="0" parTransId="{D9C61A8D-D396-4FF2-865A-E5271E7E1B71}" sibTransId="{2B0E42AB-D968-42C0-A067-709CD4488A70}"/>
    <dgm:cxn modelId="{87A16BFE-C42B-4B45-BF27-CB8AEC2702D8}" type="presOf" srcId="{3A64AC66-D41D-4917-81D0-F4F6E5379D82}" destId="{DDE30BD4-CC7E-6541-B643-DCC54E2E2670}" srcOrd="0" destOrd="0" presId="urn:microsoft.com/office/officeart/2005/8/layout/vList2"/>
    <dgm:cxn modelId="{A9FE7A5D-54C5-F548-B097-15150597B980}" type="presParOf" srcId="{0905A197-23C0-A646-849B-079689A3DBE1}" destId="{AF967684-EE71-2141-B74F-510B507D9FD0}" srcOrd="0" destOrd="0" presId="urn:microsoft.com/office/officeart/2005/8/layout/vList2"/>
    <dgm:cxn modelId="{19909CEA-155C-2840-9A7C-B90C45A3ECCF}" type="presParOf" srcId="{0905A197-23C0-A646-849B-079689A3DBE1}" destId="{02B1213F-2310-4243-BBC6-2F2D97E7D734}" srcOrd="1" destOrd="0" presId="urn:microsoft.com/office/officeart/2005/8/layout/vList2"/>
    <dgm:cxn modelId="{E8BF650E-E9D2-2D49-84D3-5106BE65C646}" type="presParOf" srcId="{0905A197-23C0-A646-849B-079689A3DBE1}" destId="{DDE30BD4-CC7E-6541-B643-DCC54E2E267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A0F5FC-2BCD-479F-AEAF-F66E565A639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7EAB1F0-89E3-4E72-BF1C-DCFBA428E6F0}">
      <dgm:prSet custT="1"/>
      <dgm:spPr/>
      <dgm:t>
        <a:bodyPr/>
        <a:lstStyle/>
        <a:p>
          <a:r>
            <a:rPr kumimoji="1" lang="ko-KR" sz="1800"/>
            <a:t>유전 알고리즘의 구체적인 구현은 사례마다 다를 수 있지만 전체적인 구조는 다음과 같음</a:t>
          </a:r>
          <a:endParaRPr lang="en-US" sz="1800"/>
        </a:p>
      </dgm:t>
    </dgm:pt>
    <dgm:pt modelId="{571A0F18-140F-424F-BD6C-F794002EC20B}" type="parTrans" cxnId="{D50FF742-D85A-4E9F-A744-36A71E408782}">
      <dgm:prSet/>
      <dgm:spPr/>
      <dgm:t>
        <a:bodyPr/>
        <a:lstStyle/>
        <a:p>
          <a:endParaRPr lang="en-US" sz="2800"/>
        </a:p>
      </dgm:t>
    </dgm:pt>
    <dgm:pt modelId="{17D76459-A64D-4B80-806C-4AAFDA274123}" type="sibTrans" cxnId="{D50FF742-D85A-4E9F-A744-36A71E408782}">
      <dgm:prSet/>
      <dgm:spPr/>
      <dgm:t>
        <a:bodyPr/>
        <a:lstStyle/>
        <a:p>
          <a:endParaRPr lang="en-US" sz="2800"/>
        </a:p>
      </dgm:t>
    </dgm:pt>
    <dgm:pt modelId="{6FD8980F-DFEF-4B2D-89A7-6C4358A974FF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kumimoji="1" lang="ko-KR" sz="1800" dirty="0"/>
            <a:t>초기 모집단 </a:t>
          </a:r>
          <a:r>
            <a:rPr kumimoji="1" lang="en-US" sz="1800" dirty="0"/>
            <a:t>G⊂</a:t>
          </a:r>
          <a:r>
            <a:rPr kumimoji="1" lang="el-GR" sz="1800" dirty="0"/>
            <a:t>Γ</a:t>
          </a:r>
          <a:r>
            <a:rPr kumimoji="1" lang="ko-KR" sz="1800" dirty="0" err="1"/>
            <a:t>를</a:t>
          </a:r>
          <a:r>
            <a:rPr kumimoji="1" lang="ko-KR" sz="1800" dirty="0"/>
            <a:t> 선택</a:t>
          </a:r>
          <a:endParaRPr lang="en-US" sz="1800" dirty="0"/>
        </a:p>
      </dgm:t>
    </dgm:pt>
    <dgm:pt modelId="{0AB0F688-F037-4C7B-A0FC-B256255934E5}" type="parTrans" cxnId="{05F7E382-4A78-42CE-AA77-C79440733205}">
      <dgm:prSet/>
      <dgm:spPr/>
      <dgm:t>
        <a:bodyPr/>
        <a:lstStyle/>
        <a:p>
          <a:endParaRPr lang="en-US" sz="2800"/>
        </a:p>
      </dgm:t>
    </dgm:pt>
    <dgm:pt modelId="{749112EC-CB93-4F32-8F7B-FFE52433A068}" type="sibTrans" cxnId="{05F7E382-4A78-42CE-AA77-C79440733205}">
      <dgm:prSet/>
      <dgm:spPr/>
      <dgm:t>
        <a:bodyPr/>
        <a:lstStyle/>
        <a:p>
          <a:endParaRPr lang="en-US" sz="2800"/>
        </a:p>
      </dgm:t>
    </dgm:pt>
    <dgm:pt modelId="{E3665DDB-24C4-4DA3-BB51-2E044883C1C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kumimoji="1" lang="ko-KR" sz="1800" dirty="0"/>
            <a:t>이 단계에서 수행될 연산 중 크로스오버 또는 돌연변이 중 하나를 임의로 선택</a:t>
          </a:r>
          <a:endParaRPr lang="en-US" sz="1800" dirty="0"/>
        </a:p>
      </dgm:t>
    </dgm:pt>
    <dgm:pt modelId="{B0C0FE94-E221-4ED2-8BF2-AB2C80F87663}" type="parTrans" cxnId="{324D627E-2657-4A09-930B-8B17286AE18E}">
      <dgm:prSet/>
      <dgm:spPr/>
      <dgm:t>
        <a:bodyPr/>
        <a:lstStyle/>
        <a:p>
          <a:endParaRPr lang="en-US" sz="2800"/>
        </a:p>
      </dgm:t>
    </dgm:pt>
    <dgm:pt modelId="{F265720B-AE00-4706-8F93-BF5A54BE634B}" type="sibTrans" cxnId="{324D627E-2657-4A09-930B-8B17286AE18E}">
      <dgm:prSet/>
      <dgm:spPr/>
      <dgm:t>
        <a:bodyPr/>
        <a:lstStyle/>
        <a:p>
          <a:endParaRPr lang="en-US" sz="2800"/>
        </a:p>
      </dgm:t>
    </dgm:pt>
    <dgm:pt modelId="{C28A8B87-D1DA-4AA7-BD4F-36B70E1AFE9F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kumimoji="1" lang="ko-KR" sz="1800"/>
            <a:t>크로스오버</a:t>
          </a:r>
          <a:r>
            <a:rPr kumimoji="1" lang="en-US" sz="1800"/>
            <a:t>:</a:t>
          </a:r>
          <a:endParaRPr lang="en-US" sz="1800"/>
        </a:p>
      </dgm:t>
    </dgm:pt>
    <dgm:pt modelId="{0BB65F45-9761-4156-8C5E-4D0ACB8592ED}" type="parTrans" cxnId="{82A8B236-B97C-4242-9FA2-0469CEDB1E8D}">
      <dgm:prSet/>
      <dgm:spPr/>
      <dgm:t>
        <a:bodyPr/>
        <a:lstStyle/>
        <a:p>
          <a:endParaRPr lang="en-US" sz="2800"/>
        </a:p>
      </dgm:t>
    </dgm:pt>
    <dgm:pt modelId="{0FF69A9E-524A-46F9-ADAF-933F5D189629}" type="sibTrans" cxnId="{82A8B236-B97C-4242-9FA2-0469CEDB1E8D}">
      <dgm:prSet/>
      <dgm:spPr/>
      <dgm:t>
        <a:bodyPr/>
        <a:lstStyle/>
        <a:p>
          <a:endParaRPr lang="en-US" sz="2800"/>
        </a:p>
      </dgm:t>
    </dgm:pt>
    <dgm:pt modelId="{84EB0DE3-7FEB-422C-AC86-77AEF77A7568}">
      <dgm:prSet custT="1"/>
      <dgm:spPr/>
      <dgm:t>
        <a:bodyPr/>
        <a:lstStyle/>
        <a:p>
          <a:r>
            <a:rPr kumimoji="1" lang="ko-KR" sz="1800" dirty="0"/>
            <a:t>두 개의 유전자 </a:t>
          </a:r>
          <a:r>
            <a:rPr kumimoji="1" lang="en-US" sz="1800" dirty="0"/>
            <a:t>g1, g2 ∈ G</a:t>
          </a:r>
          <a:r>
            <a:rPr kumimoji="1" lang="ko-KR" sz="1800" dirty="0" err="1"/>
            <a:t>를</a:t>
          </a:r>
          <a:r>
            <a:rPr kumimoji="1" lang="ko-KR" sz="1800" dirty="0"/>
            <a:t> 무작위로 선택</a:t>
          </a:r>
          <a:endParaRPr lang="en-US" sz="1800" dirty="0"/>
        </a:p>
      </dgm:t>
    </dgm:pt>
    <dgm:pt modelId="{7F2AA183-12E7-4ACC-ACEC-4C5A27F2D57C}" type="parTrans" cxnId="{B3E98D66-0B9B-42D2-B297-2FB9A15E3DD2}">
      <dgm:prSet/>
      <dgm:spPr/>
      <dgm:t>
        <a:bodyPr/>
        <a:lstStyle/>
        <a:p>
          <a:endParaRPr lang="en-US" sz="2800"/>
        </a:p>
      </dgm:t>
    </dgm:pt>
    <dgm:pt modelId="{3C5875CC-AA6F-4521-9453-F8FE0E5DC537}" type="sibTrans" cxnId="{B3E98D66-0B9B-42D2-B297-2FB9A15E3DD2}">
      <dgm:prSet/>
      <dgm:spPr/>
      <dgm:t>
        <a:bodyPr/>
        <a:lstStyle/>
        <a:p>
          <a:endParaRPr lang="en-US" sz="2800"/>
        </a:p>
      </dgm:t>
    </dgm:pt>
    <dgm:pt modelId="{13B86762-1E33-4088-8468-896ACE579B5C}">
      <dgm:prSet custT="1"/>
      <dgm:spPr/>
      <dgm:t>
        <a:bodyPr/>
        <a:lstStyle/>
        <a:p>
          <a:r>
            <a:rPr kumimoji="1" lang="ko-KR" sz="1800"/>
            <a:t>크로스오버 </a:t>
          </a:r>
          <a:r>
            <a:rPr kumimoji="1" lang="en-US" sz="1800"/>
            <a:t>g = </a:t>
          </a:r>
          <a:r>
            <a:rPr kumimoji="1" lang="ko-KR" sz="1800"/>
            <a:t>크로스오버</a:t>
          </a:r>
          <a:r>
            <a:rPr kumimoji="1" lang="en-US" sz="1800"/>
            <a:t>(g1,g2)</a:t>
          </a:r>
          <a:r>
            <a:rPr kumimoji="1" lang="ko-KR" sz="1800"/>
            <a:t>를 계산</a:t>
          </a:r>
          <a:endParaRPr lang="en-US" sz="1800"/>
        </a:p>
      </dgm:t>
    </dgm:pt>
    <dgm:pt modelId="{EFE13130-DC77-4788-82A8-7D2B360984F0}" type="parTrans" cxnId="{4732091A-02DF-4B9D-B08B-AC51AC3BA01D}">
      <dgm:prSet/>
      <dgm:spPr/>
      <dgm:t>
        <a:bodyPr/>
        <a:lstStyle/>
        <a:p>
          <a:endParaRPr lang="en-US" sz="2800"/>
        </a:p>
      </dgm:t>
    </dgm:pt>
    <dgm:pt modelId="{8BF99C8A-D0E5-44C2-B251-D04344B52CB8}" type="sibTrans" cxnId="{4732091A-02DF-4B9D-B08B-AC51AC3BA01D}">
      <dgm:prSet/>
      <dgm:spPr/>
      <dgm:t>
        <a:bodyPr/>
        <a:lstStyle/>
        <a:p>
          <a:endParaRPr lang="en-US" sz="2800"/>
        </a:p>
      </dgm:t>
    </dgm:pt>
    <dgm:pt modelId="{BD44FF37-EB09-4B0F-90FE-9E7DC8383063}">
      <dgm:prSet custT="1"/>
      <dgm:spPr/>
      <dgm:t>
        <a:bodyPr/>
        <a:lstStyle/>
        <a:p>
          <a:r>
            <a:rPr kumimoji="1" lang="en-US" sz="1800"/>
            <a:t>fit(g)&lt;fit(g1) </a:t>
          </a:r>
          <a:r>
            <a:rPr kumimoji="1" lang="ko-KR" sz="1800"/>
            <a:t>또는 </a:t>
          </a:r>
          <a:r>
            <a:rPr kumimoji="1" lang="en-US" sz="1800"/>
            <a:t>fit(g)&lt;fit(g2)</a:t>
          </a:r>
          <a:r>
            <a:rPr kumimoji="1" lang="ko-KR" sz="1800"/>
            <a:t>인 경우 </a:t>
          </a:r>
          <a:r>
            <a:rPr kumimoji="1" lang="en-US" sz="1800"/>
            <a:t>- </a:t>
          </a:r>
          <a:r>
            <a:rPr kumimoji="1" lang="ko-KR" sz="1800"/>
            <a:t>모집단에서 해당 유전자를 </a:t>
          </a:r>
          <a:r>
            <a:rPr kumimoji="1" lang="en-US" sz="1800"/>
            <a:t>g</a:t>
          </a:r>
          <a:r>
            <a:rPr kumimoji="1" lang="ko-KR" sz="1800"/>
            <a:t>로 대체</a:t>
          </a:r>
          <a:endParaRPr lang="en-US" sz="1800"/>
        </a:p>
      </dgm:t>
    </dgm:pt>
    <dgm:pt modelId="{F4EF727F-0F43-4C0A-AFC4-BEEE144741AF}" type="parTrans" cxnId="{968E4DBF-71C7-4795-91C9-DD7B33130674}">
      <dgm:prSet/>
      <dgm:spPr/>
      <dgm:t>
        <a:bodyPr/>
        <a:lstStyle/>
        <a:p>
          <a:endParaRPr lang="en-US" sz="2800"/>
        </a:p>
      </dgm:t>
    </dgm:pt>
    <dgm:pt modelId="{5C07B90A-0194-47FA-B5E6-B321436463D7}" type="sibTrans" cxnId="{968E4DBF-71C7-4795-91C9-DD7B33130674}">
      <dgm:prSet/>
      <dgm:spPr/>
      <dgm:t>
        <a:bodyPr/>
        <a:lstStyle/>
        <a:p>
          <a:endParaRPr lang="en-US" sz="2800"/>
        </a:p>
      </dgm:t>
    </dgm:pt>
    <dgm:pt modelId="{1C168BB5-EE14-4854-9067-A5D642E8E528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kumimoji="1" lang="ko-KR" sz="1800" dirty="0"/>
            <a:t>돌연변이 </a:t>
          </a:r>
          <a:r>
            <a:rPr kumimoji="1" lang="en-US" sz="1800" dirty="0"/>
            <a:t>- </a:t>
          </a:r>
          <a:r>
            <a:rPr kumimoji="1" lang="ko-KR" sz="1800" dirty="0"/>
            <a:t>임의의 유전자 </a:t>
          </a:r>
          <a:r>
            <a:rPr kumimoji="1" lang="en-US" sz="1800" dirty="0" err="1"/>
            <a:t>g∈G</a:t>
          </a:r>
          <a:r>
            <a:rPr kumimoji="1" lang="ko-KR" sz="1800" dirty="0" err="1"/>
            <a:t>를</a:t>
          </a:r>
          <a:r>
            <a:rPr kumimoji="1" lang="ko-KR" sz="1800" dirty="0"/>
            <a:t> 선택하고 </a:t>
          </a:r>
          <a:r>
            <a:rPr kumimoji="1" lang="en-US" sz="1800" dirty="0"/>
            <a:t>mutate(g)</a:t>
          </a:r>
          <a:r>
            <a:rPr kumimoji="1" lang="ko-KR" sz="1800" dirty="0"/>
            <a:t>로 대체</a:t>
          </a:r>
          <a:endParaRPr lang="en-US" sz="1800" dirty="0"/>
        </a:p>
      </dgm:t>
    </dgm:pt>
    <dgm:pt modelId="{2B51B0B9-9EF7-425B-B69F-07D53D463E67}" type="parTrans" cxnId="{9BF919EB-79CC-44A1-A55A-B1F75D3A228D}">
      <dgm:prSet/>
      <dgm:spPr/>
      <dgm:t>
        <a:bodyPr/>
        <a:lstStyle/>
        <a:p>
          <a:endParaRPr lang="en-US" sz="2800"/>
        </a:p>
      </dgm:t>
    </dgm:pt>
    <dgm:pt modelId="{BC360DB3-5EF0-47BD-94F0-34F9B407881F}" type="sibTrans" cxnId="{9BF919EB-79CC-44A1-A55A-B1F75D3A228D}">
      <dgm:prSet/>
      <dgm:spPr/>
      <dgm:t>
        <a:bodyPr/>
        <a:lstStyle/>
        <a:p>
          <a:endParaRPr lang="en-US" sz="2800"/>
        </a:p>
      </dgm:t>
    </dgm:pt>
    <dgm:pt modelId="{E6CBC847-50D2-4B57-BDD9-F093935DA3FC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kumimoji="1" lang="en-US" sz="1800" dirty="0"/>
            <a:t>2</a:t>
          </a:r>
          <a:r>
            <a:rPr kumimoji="1" lang="ko-KR" sz="1800" dirty="0"/>
            <a:t>단계부터 충분히 작은 적합도 값을 얻을 때까지</a:t>
          </a:r>
          <a:r>
            <a:rPr kumimoji="1" lang="en-US" sz="1800" dirty="0"/>
            <a:t>, </a:t>
          </a:r>
          <a:r>
            <a:rPr kumimoji="1" lang="ko-KR" sz="1800" dirty="0"/>
            <a:t>또는 단계 수 제한에 도달할 때까지 반복</a:t>
          </a:r>
          <a:endParaRPr lang="en-US" sz="1800" dirty="0"/>
        </a:p>
      </dgm:t>
    </dgm:pt>
    <dgm:pt modelId="{D70E61CC-CB50-47FE-84C7-E84D3D87F9FE}" type="parTrans" cxnId="{FF908E5A-EDD1-441A-B6C4-D671853E9FB9}">
      <dgm:prSet/>
      <dgm:spPr/>
      <dgm:t>
        <a:bodyPr/>
        <a:lstStyle/>
        <a:p>
          <a:endParaRPr lang="en-US" sz="2800"/>
        </a:p>
      </dgm:t>
    </dgm:pt>
    <dgm:pt modelId="{BFA4CBB4-8CF1-44E8-8FC9-7F4A4BFC5A2F}" type="sibTrans" cxnId="{FF908E5A-EDD1-441A-B6C4-D671853E9FB9}">
      <dgm:prSet/>
      <dgm:spPr/>
      <dgm:t>
        <a:bodyPr/>
        <a:lstStyle/>
        <a:p>
          <a:endParaRPr lang="en-US" sz="2800"/>
        </a:p>
      </dgm:t>
    </dgm:pt>
    <dgm:pt modelId="{6C340986-7069-E746-B513-D50EE1DA2D78}" type="pres">
      <dgm:prSet presAssocID="{71A0F5FC-2BCD-479F-AEAF-F66E565A6397}" presName="linear" presStyleCnt="0">
        <dgm:presLayoutVars>
          <dgm:dir/>
          <dgm:animLvl val="lvl"/>
          <dgm:resizeHandles val="exact"/>
        </dgm:presLayoutVars>
      </dgm:prSet>
      <dgm:spPr/>
    </dgm:pt>
    <dgm:pt modelId="{A587C1E5-8807-AA4B-9559-4ECD6CD05F2B}" type="pres">
      <dgm:prSet presAssocID="{E7EAB1F0-89E3-4E72-BF1C-DCFBA428E6F0}" presName="parentLin" presStyleCnt="0"/>
      <dgm:spPr/>
    </dgm:pt>
    <dgm:pt modelId="{F53C56E5-73E0-EF42-B646-968BBF69BD05}" type="pres">
      <dgm:prSet presAssocID="{E7EAB1F0-89E3-4E72-BF1C-DCFBA428E6F0}" presName="parentLeftMargin" presStyleLbl="node1" presStyleIdx="0" presStyleCnt="1"/>
      <dgm:spPr/>
    </dgm:pt>
    <dgm:pt modelId="{1BED5487-9A59-6347-9F36-41FC9DD98F4C}" type="pres">
      <dgm:prSet presAssocID="{E7EAB1F0-89E3-4E72-BF1C-DCFBA428E6F0}" presName="parentText" presStyleLbl="node1" presStyleIdx="0" presStyleCnt="1" custScaleX="130318">
        <dgm:presLayoutVars>
          <dgm:chMax val="0"/>
          <dgm:bulletEnabled val="1"/>
        </dgm:presLayoutVars>
      </dgm:prSet>
      <dgm:spPr/>
    </dgm:pt>
    <dgm:pt modelId="{5F42BEAC-2755-E64A-BCC5-3E9212F771FE}" type="pres">
      <dgm:prSet presAssocID="{E7EAB1F0-89E3-4E72-BF1C-DCFBA428E6F0}" presName="negativeSpace" presStyleCnt="0"/>
      <dgm:spPr/>
    </dgm:pt>
    <dgm:pt modelId="{3187B3F2-7808-0F45-B3C8-03591ADE841D}" type="pres">
      <dgm:prSet presAssocID="{E7EAB1F0-89E3-4E72-BF1C-DCFBA428E6F0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B2CD200-D1DD-E246-9568-36F78B3AEEB7}" type="presOf" srcId="{84EB0DE3-7FEB-422C-AC86-77AEF77A7568}" destId="{3187B3F2-7808-0F45-B3C8-03591ADE841D}" srcOrd="0" destOrd="3" presId="urn:microsoft.com/office/officeart/2005/8/layout/list1"/>
    <dgm:cxn modelId="{720BFA06-EFA9-7047-A6BA-4AD7F4131012}" type="presOf" srcId="{C28A8B87-D1DA-4AA7-BD4F-36B70E1AFE9F}" destId="{3187B3F2-7808-0F45-B3C8-03591ADE841D}" srcOrd="0" destOrd="2" presId="urn:microsoft.com/office/officeart/2005/8/layout/list1"/>
    <dgm:cxn modelId="{4732091A-02DF-4B9D-B08B-AC51AC3BA01D}" srcId="{C28A8B87-D1DA-4AA7-BD4F-36B70E1AFE9F}" destId="{13B86762-1E33-4088-8468-896ACE579B5C}" srcOrd="1" destOrd="0" parTransId="{EFE13130-DC77-4788-82A8-7D2B360984F0}" sibTransId="{8BF99C8A-D0E5-44C2-B251-D04344B52CB8}"/>
    <dgm:cxn modelId="{82A8B236-B97C-4242-9FA2-0469CEDB1E8D}" srcId="{E7EAB1F0-89E3-4E72-BF1C-DCFBA428E6F0}" destId="{C28A8B87-D1DA-4AA7-BD4F-36B70E1AFE9F}" srcOrd="2" destOrd="0" parTransId="{0BB65F45-9761-4156-8C5E-4D0ACB8592ED}" sibTransId="{0FF69A9E-524A-46F9-ADAF-933F5D189629}"/>
    <dgm:cxn modelId="{D50FF742-D85A-4E9F-A744-36A71E408782}" srcId="{71A0F5FC-2BCD-479F-AEAF-F66E565A6397}" destId="{E7EAB1F0-89E3-4E72-BF1C-DCFBA428E6F0}" srcOrd="0" destOrd="0" parTransId="{571A0F18-140F-424F-BD6C-F794002EC20B}" sibTransId="{17D76459-A64D-4B80-806C-4AAFDA274123}"/>
    <dgm:cxn modelId="{604ADC58-E3B8-844A-A335-512DB3D68A0F}" type="presOf" srcId="{71A0F5FC-2BCD-479F-AEAF-F66E565A6397}" destId="{6C340986-7069-E746-B513-D50EE1DA2D78}" srcOrd="0" destOrd="0" presId="urn:microsoft.com/office/officeart/2005/8/layout/list1"/>
    <dgm:cxn modelId="{FF8D8A5A-5D97-BC4B-BE86-02266AA6B586}" type="presOf" srcId="{13B86762-1E33-4088-8468-896ACE579B5C}" destId="{3187B3F2-7808-0F45-B3C8-03591ADE841D}" srcOrd="0" destOrd="4" presId="urn:microsoft.com/office/officeart/2005/8/layout/list1"/>
    <dgm:cxn modelId="{FF908E5A-EDD1-441A-B6C4-D671853E9FB9}" srcId="{E7EAB1F0-89E3-4E72-BF1C-DCFBA428E6F0}" destId="{E6CBC847-50D2-4B57-BDD9-F093935DA3FC}" srcOrd="4" destOrd="0" parTransId="{D70E61CC-CB50-47FE-84C7-E84D3D87F9FE}" sibTransId="{BFA4CBB4-8CF1-44E8-8FC9-7F4A4BFC5A2F}"/>
    <dgm:cxn modelId="{B3E98D66-0B9B-42D2-B297-2FB9A15E3DD2}" srcId="{C28A8B87-D1DA-4AA7-BD4F-36B70E1AFE9F}" destId="{84EB0DE3-7FEB-422C-AC86-77AEF77A7568}" srcOrd="0" destOrd="0" parTransId="{7F2AA183-12E7-4ACC-ACEC-4C5A27F2D57C}" sibTransId="{3C5875CC-AA6F-4521-9453-F8FE0E5DC537}"/>
    <dgm:cxn modelId="{60D27575-880A-E642-8135-2A59BD5604F4}" type="presOf" srcId="{E7EAB1F0-89E3-4E72-BF1C-DCFBA428E6F0}" destId="{F53C56E5-73E0-EF42-B646-968BBF69BD05}" srcOrd="0" destOrd="0" presId="urn:microsoft.com/office/officeart/2005/8/layout/list1"/>
    <dgm:cxn modelId="{324D627E-2657-4A09-930B-8B17286AE18E}" srcId="{E7EAB1F0-89E3-4E72-BF1C-DCFBA428E6F0}" destId="{E3665DDB-24C4-4DA3-BB51-2E044883C1C7}" srcOrd="1" destOrd="0" parTransId="{B0C0FE94-E221-4ED2-8BF2-AB2C80F87663}" sibTransId="{F265720B-AE00-4706-8F93-BF5A54BE634B}"/>
    <dgm:cxn modelId="{F5925680-ABF3-D44C-952D-3AECE412A6FC}" type="presOf" srcId="{6FD8980F-DFEF-4B2D-89A7-6C4358A974FF}" destId="{3187B3F2-7808-0F45-B3C8-03591ADE841D}" srcOrd="0" destOrd="0" presId="urn:microsoft.com/office/officeart/2005/8/layout/list1"/>
    <dgm:cxn modelId="{05F7E382-4A78-42CE-AA77-C79440733205}" srcId="{E7EAB1F0-89E3-4E72-BF1C-DCFBA428E6F0}" destId="{6FD8980F-DFEF-4B2D-89A7-6C4358A974FF}" srcOrd="0" destOrd="0" parTransId="{0AB0F688-F037-4C7B-A0FC-B256255934E5}" sibTransId="{749112EC-CB93-4F32-8F7B-FFE52433A068}"/>
    <dgm:cxn modelId="{23FBAA88-81DE-E04B-913C-0BC3F4FCB6DE}" type="presOf" srcId="{BD44FF37-EB09-4B0F-90FE-9E7DC8383063}" destId="{3187B3F2-7808-0F45-B3C8-03591ADE841D}" srcOrd="0" destOrd="5" presId="urn:microsoft.com/office/officeart/2005/8/layout/list1"/>
    <dgm:cxn modelId="{F3952494-5907-8645-AC06-328D4A098EB2}" type="presOf" srcId="{1C168BB5-EE14-4854-9067-A5D642E8E528}" destId="{3187B3F2-7808-0F45-B3C8-03591ADE841D}" srcOrd="0" destOrd="6" presId="urn:microsoft.com/office/officeart/2005/8/layout/list1"/>
    <dgm:cxn modelId="{2D9624AB-3F2D-9141-BC6C-0A540643886B}" type="presOf" srcId="{E3665DDB-24C4-4DA3-BB51-2E044883C1C7}" destId="{3187B3F2-7808-0F45-B3C8-03591ADE841D}" srcOrd="0" destOrd="1" presId="urn:microsoft.com/office/officeart/2005/8/layout/list1"/>
    <dgm:cxn modelId="{8C1C56B7-B004-4342-BFC2-3BBBFB909D21}" type="presOf" srcId="{E6CBC847-50D2-4B57-BDD9-F093935DA3FC}" destId="{3187B3F2-7808-0F45-B3C8-03591ADE841D}" srcOrd="0" destOrd="7" presId="urn:microsoft.com/office/officeart/2005/8/layout/list1"/>
    <dgm:cxn modelId="{EE277DBC-52A4-6D41-B9C1-10F229B722CF}" type="presOf" srcId="{E7EAB1F0-89E3-4E72-BF1C-DCFBA428E6F0}" destId="{1BED5487-9A59-6347-9F36-41FC9DD98F4C}" srcOrd="1" destOrd="0" presId="urn:microsoft.com/office/officeart/2005/8/layout/list1"/>
    <dgm:cxn modelId="{968E4DBF-71C7-4795-91C9-DD7B33130674}" srcId="{C28A8B87-D1DA-4AA7-BD4F-36B70E1AFE9F}" destId="{BD44FF37-EB09-4B0F-90FE-9E7DC8383063}" srcOrd="2" destOrd="0" parTransId="{F4EF727F-0F43-4C0A-AFC4-BEEE144741AF}" sibTransId="{5C07B90A-0194-47FA-B5E6-B321436463D7}"/>
    <dgm:cxn modelId="{9BF919EB-79CC-44A1-A55A-B1F75D3A228D}" srcId="{E7EAB1F0-89E3-4E72-BF1C-DCFBA428E6F0}" destId="{1C168BB5-EE14-4854-9067-A5D642E8E528}" srcOrd="3" destOrd="0" parTransId="{2B51B0B9-9EF7-425B-B69F-07D53D463E67}" sibTransId="{BC360DB3-5EF0-47BD-94F0-34F9B407881F}"/>
    <dgm:cxn modelId="{06846986-9AFB-A049-97DB-5C4D7863EA97}" type="presParOf" srcId="{6C340986-7069-E746-B513-D50EE1DA2D78}" destId="{A587C1E5-8807-AA4B-9559-4ECD6CD05F2B}" srcOrd="0" destOrd="0" presId="urn:microsoft.com/office/officeart/2005/8/layout/list1"/>
    <dgm:cxn modelId="{167097C7-1E06-9D46-8630-9DFB5177EF69}" type="presParOf" srcId="{A587C1E5-8807-AA4B-9559-4ECD6CD05F2B}" destId="{F53C56E5-73E0-EF42-B646-968BBF69BD05}" srcOrd="0" destOrd="0" presId="urn:microsoft.com/office/officeart/2005/8/layout/list1"/>
    <dgm:cxn modelId="{F5448AEE-583C-6F4D-936A-1E847FD126D8}" type="presParOf" srcId="{A587C1E5-8807-AA4B-9559-4ECD6CD05F2B}" destId="{1BED5487-9A59-6347-9F36-41FC9DD98F4C}" srcOrd="1" destOrd="0" presId="urn:microsoft.com/office/officeart/2005/8/layout/list1"/>
    <dgm:cxn modelId="{13A3A64D-87E0-904A-9AF9-12C6F93C2F01}" type="presParOf" srcId="{6C340986-7069-E746-B513-D50EE1DA2D78}" destId="{5F42BEAC-2755-E64A-BCC5-3E9212F771FE}" srcOrd="1" destOrd="0" presId="urn:microsoft.com/office/officeart/2005/8/layout/list1"/>
    <dgm:cxn modelId="{F4F2AC11-1E5D-D84F-8DA9-1F83FD1B9CA4}" type="presParOf" srcId="{6C340986-7069-E746-B513-D50EE1DA2D78}" destId="{3187B3F2-7808-0F45-B3C8-03591ADE841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502368-B16C-4CE9-9832-BCB59BD504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CB14E2-5569-4A62-822D-A323584896E5}">
      <dgm:prSet/>
      <dgm:spPr/>
      <dgm:t>
        <a:bodyPr/>
        <a:lstStyle/>
        <a:p>
          <a:r>
            <a:rPr kumimoji="1" lang="en-US"/>
            <a:t>Schedule optimization</a:t>
          </a:r>
          <a:endParaRPr lang="en-US"/>
        </a:p>
      </dgm:t>
    </dgm:pt>
    <dgm:pt modelId="{697F6C16-A53B-4278-A5B8-D6F63EFE30DF}" type="parTrans" cxnId="{85D951EF-A7FC-42EA-8042-02D0820BAE48}">
      <dgm:prSet/>
      <dgm:spPr/>
      <dgm:t>
        <a:bodyPr/>
        <a:lstStyle/>
        <a:p>
          <a:endParaRPr lang="en-US"/>
        </a:p>
      </dgm:t>
    </dgm:pt>
    <dgm:pt modelId="{CC8AFF8F-FC90-44B5-812C-FE78910A758D}" type="sibTrans" cxnId="{85D951EF-A7FC-42EA-8042-02D0820BAE48}">
      <dgm:prSet/>
      <dgm:spPr/>
      <dgm:t>
        <a:bodyPr/>
        <a:lstStyle/>
        <a:p>
          <a:endParaRPr lang="en-US"/>
        </a:p>
      </dgm:t>
    </dgm:pt>
    <dgm:pt modelId="{128B5980-0DD2-4003-8C37-CB9790967432}">
      <dgm:prSet/>
      <dgm:spPr/>
      <dgm:t>
        <a:bodyPr/>
        <a:lstStyle/>
        <a:p>
          <a:r>
            <a:rPr kumimoji="1" lang="en-US"/>
            <a:t>Optimal packing</a:t>
          </a:r>
          <a:endParaRPr lang="en-US"/>
        </a:p>
      </dgm:t>
    </dgm:pt>
    <dgm:pt modelId="{F46A2127-E2B0-470C-931A-752B51719005}" type="parTrans" cxnId="{36CE7E3F-E0EF-4BA8-8E32-493485E97BE1}">
      <dgm:prSet/>
      <dgm:spPr/>
      <dgm:t>
        <a:bodyPr/>
        <a:lstStyle/>
        <a:p>
          <a:endParaRPr lang="en-US"/>
        </a:p>
      </dgm:t>
    </dgm:pt>
    <dgm:pt modelId="{DDCB86CB-1200-41D0-9C42-D5FD8FF719E5}" type="sibTrans" cxnId="{36CE7E3F-E0EF-4BA8-8E32-493485E97BE1}">
      <dgm:prSet/>
      <dgm:spPr/>
      <dgm:t>
        <a:bodyPr/>
        <a:lstStyle/>
        <a:p>
          <a:endParaRPr lang="en-US"/>
        </a:p>
      </dgm:t>
    </dgm:pt>
    <dgm:pt modelId="{522837C0-ECE9-4159-8B38-1EC28647D2A2}">
      <dgm:prSet/>
      <dgm:spPr/>
      <dgm:t>
        <a:bodyPr/>
        <a:lstStyle/>
        <a:p>
          <a:r>
            <a:rPr kumimoji="1" lang="en-US"/>
            <a:t>Optimal cutting</a:t>
          </a:r>
          <a:endParaRPr lang="en-US"/>
        </a:p>
      </dgm:t>
    </dgm:pt>
    <dgm:pt modelId="{7734A20A-9A7D-49EE-8659-4DA23EF27C95}" type="parTrans" cxnId="{9D1B4B63-39A2-45A1-86BB-48FBC98938F0}">
      <dgm:prSet/>
      <dgm:spPr/>
      <dgm:t>
        <a:bodyPr/>
        <a:lstStyle/>
        <a:p>
          <a:endParaRPr lang="en-US"/>
        </a:p>
      </dgm:t>
    </dgm:pt>
    <dgm:pt modelId="{5EEF727B-61BE-4E3D-8C3C-C197C7938D84}" type="sibTrans" cxnId="{9D1B4B63-39A2-45A1-86BB-48FBC98938F0}">
      <dgm:prSet/>
      <dgm:spPr/>
      <dgm:t>
        <a:bodyPr/>
        <a:lstStyle/>
        <a:p>
          <a:endParaRPr lang="en-US"/>
        </a:p>
      </dgm:t>
    </dgm:pt>
    <dgm:pt modelId="{1E563DE2-15DA-4693-BCBB-88C0FADB7956}">
      <dgm:prSet/>
      <dgm:spPr/>
      <dgm:t>
        <a:bodyPr/>
        <a:lstStyle/>
        <a:p>
          <a:r>
            <a:rPr kumimoji="1" lang="en-US"/>
            <a:t>Speeding up exhaustive search</a:t>
          </a:r>
          <a:endParaRPr lang="en-US"/>
        </a:p>
      </dgm:t>
    </dgm:pt>
    <dgm:pt modelId="{B8B4FF20-95D2-4F8B-BA65-B7D8F2902F6C}" type="parTrans" cxnId="{19EA79C9-2644-4520-8FF8-922013CE16C4}">
      <dgm:prSet/>
      <dgm:spPr/>
      <dgm:t>
        <a:bodyPr/>
        <a:lstStyle/>
        <a:p>
          <a:endParaRPr lang="en-US"/>
        </a:p>
      </dgm:t>
    </dgm:pt>
    <dgm:pt modelId="{35E39526-6CC8-4EC4-8792-EEBFCCCEDCAD}" type="sibTrans" cxnId="{19EA79C9-2644-4520-8FF8-922013CE16C4}">
      <dgm:prSet/>
      <dgm:spPr/>
      <dgm:t>
        <a:bodyPr/>
        <a:lstStyle/>
        <a:p>
          <a:endParaRPr lang="en-US"/>
        </a:p>
      </dgm:t>
    </dgm:pt>
    <dgm:pt modelId="{180A06B5-6154-EA48-805A-EEDFC7395E07}" type="pres">
      <dgm:prSet presAssocID="{04502368-B16C-4CE9-9832-BCB59BD504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ACCC75-9DDD-3F48-AFFB-A1C073312240}" type="pres">
      <dgm:prSet presAssocID="{FBCB14E2-5569-4A62-822D-A323584896E5}" presName="hierRoot1" presStyleCnt="0"/>
      <dgm:spPr/>
    </dgm:pt>
    <dgm:pt modelId="{67877FDC-7FCB-754C-9BBC-79AF820F2208}" type="pres">
      <dgm:prSet presAssocID="{FBCB14E2-5569-4A62-822D-A323584896E5}" presName="composite" presStyleCnt="0"/>
      <dgm:spPr/>
    </dgm:pt>
    <dgm:pt modelId="{618E8A62-23BA-2641-9496-EA9424E042FE}" type="pres">
      <dgm:prSet presAssocID="{FBCB14E2-5569-4A62-822D-A323584896E5}" presName="background" presStyleLbl="node0" presStyleIdx="0" presStyleCnt="4"/>
      <dgm:spPr/>
    </dgm:pt>
    <dgm:pt modelId="{9F5F5331-17AF-B24B-9CAB-AB566ADB512A}" type="pres">
      <dgm:prSet presAssocID="{FBCB14E2-5569-4A62-822D-A323584896E5}" presName="text" presStyleLbl="fgAcc0" presStyleIdx="0" presStyleCnt="4">
        <dgm:presLayoutVars>
          <dgm:chPref val="3"/>
        </dgm:presLayoutVars>
      </dgm:prSet>
      <dgm:spPr/>
    </dgm:pt>
    <dgm:pt modelId="{78C2452A-9196-F34D-A276-63F78DC3B733}" type="pres">
      <dgm:prSet presAssocID="{FBCB14E2-5569-4A62-822D-A323584896E5}" presName="hierChild2" presStyleCnt="0"/>
      <dgm:spPr/>
    </dgm:pt>
    <dgm:pt modelId="{650355DD-243C-C546-810B-DFE7B1192B26}" type="pres">
      <dgm:prSet presAssocID="{128B5980-0DD2-4003-8C37-CB9790967432}" presName="hierRoot1" presStyleCnt="0"/>
      <dgm:spPr/>
    </dgm:pt>
    <dgm:pt modelId="{3732D1A0-5D45-B340-BB77-B73EBF0FFF3D}" type="pres">
      <dgm:prSet presAssocID="{128B5980-0DD2-4003-8C37-CB9790967432}" presName="composite" presStyleCnt="0"/>
      <dgm:spPr/>
    </dgm:pt>
    <dgm:pt modelId="{8FD50D51-D8E2-0346-BEC0-0559D21985B9}" type="pres">
      <dgm:prSet presAssocID="{128B5980-0DD2-4003-8C37-CB9790967432}" presName="background" presStyleLbl="node0" presStyleIdx="1" presStyleCnt="4"/>
      <dgm:spPr/>
    </dgm:pt>
    <dgm:pt modelId="{96F1160E-8BF8-284A-AB9C-0AE8AEA1C785}" type="pres">
      <dgm:prSet presAssocID="{128B5980-0DD2-4003-8C37-CB9790967432}" presName="text" presStyleLbl="fgAcc0" presStyleIdx="1" presStyleCnt="4">
        <dgm:presLayoutVars>
          <dgm:chPref val="3"/>
        </dgm:presLayoutVars>
      </dgm:prSet>
      <dgm:spPr/>
    </dgm:pt>
    <dgm:pt modelId="{C3CBFBEC-ED0D-2749-B989-029BE8ADF7E8}" type="pres">
      <dgm:prSet presAssocID="{128B5980-0DD2-4003-8C37-CB9790967432}" presName="hierChild2" presStyleCnt="0"/>
      <dgm:spPr/>
    </dgm:pt>
    <dgm:pt modelId="{2BE070DC-314E-474C-924E-9FE1DA59E724}" type="pres">
      <dgm:prSet presAssocID="{522837C0-ECE9-4159-8B38-1EC28647D2A2}" presName="hierRoot1" presStyleCnt="0"/>
      <dgm:spPr/>
    </dgm:pt>
    <dgm:pt modelId="{1CEED057-7938-8A4C-99F7-997DAA17F662}" type="pres">
      <dgm:prSet presAssocID="{522837C0-ECE9-4159-8B38-1EC28647D2A2}" presName="composite" presStyleCnt="0"/>
      <dgm:spPr/>
    </dgm:pt>
    <dgm:pt modelId="{DDC4459B-1466-E741-8CB0-BB1B033306E8}" type="pres">
      <dgm:prSet presAssocID="{522837C0-ECE9-4159-8B38-1EC28647D2A2}" presName="background" presStyleLbl="node0" presStyleIdx="2" presStyleCnt="4"/>
      <dgm:spPr/>
    </dgm:pt>
    <dgm:pt modelId="{6AC859E6-5A47-2A46-BD31-281700AB08B2}" type="pres">
      <dgm:prSet presAssocID="{522837C0-ECE9-4159-8B38-1EC28647D2A2}" presName="text" presStyleLbl="fgAcc0" presStyleIdx="2" presStyleCnt="4">
        <dgm:presLayoutVars>
          <dgm:chPref val="3"/>
        </dgm:presLayoutVars>
      </dgm:prSet>
      <dgm:spPr/>
    </dgm:pt>
    <dgm:pt modelId="{F9993261-1D1E-834B-BD21-2532645ADE4C}" type="pres">
      <dgm:prSet presAssocID="{522837C0-ECE9-4159-8B38-1EC28647D2A2}" presName="hierChild2" presStyleCnt="0"/>
      <dgm:spPr/>
    </dgm:pt>
    <dgm:pt modelId="{90A068DB-74FD-7C4E-9DCA-6B632ECC9C91}" type="pres">
      <dgm:prSet presAssocID="{1E563DE2-15DA-4693-BCBB-88C0FADB7956}" presName="hierRoot1" presStyleCnt="0"/>
      <dgm:spPr/>
    </dgm:pt>
    <dgm:pt modelId="{3F58E530-FFDE-B44A-9B53-C906C5272605}" type="pres">
      <dgm:prSet presAssocID="{1E563DE2-15DA-4693-BCBB-88C0FADB7956}" presName="composite" presStyleCnt="0"/>
      <dgm:spPr/>
    </dgm:pt>
    <dgm:pt modelId="{982143AA-AE00-0745-B897-7611998E4A1C}" type="pres">
      <dgm:prSet presAssocID="{1E563DE2-15DA-4693-BCBB-88C0FADB7956}" presName="background" presStyleLbl="node0" presStyleIdx="3" presStyleCnt="4"/>
      <dgm:spPr/>
    </dgm:pt>
    <dgm:pt modelId="{9A60DF65-E9FB-BF42-B7F1-77384014FADE}" type="pres">
      <dgm:prSet presAssocID="{1E563DE2-15DA-4693-BCBB-88C0FADB7956}" presName="text" presStyleLbl="fgAcc0" presStyleIdx="3" presStyleCnt="4">
        <dgm:presLayoutVars>
          <dgm:chPref val="3"/>
        </dgm:presLayoutVars>
      </dgm:prSet>
      <dgm:spPr/>
    </dgm:pt>
    <dgm:pt modelId="{877DCB29-0160-8E4C-BF65-A983352FFDD0}" type="pres">
      <dgm:prSet presAssocID="{1E563DE2-15DA-4693-BCBB-88C0FADB7956}" presName="hierChild2" presStyleCnt="0"/>
      <dgm:spPr/>
    </dgm:pt>
  </dgm:ptLst>
  <dgm:cxnLst>
    <dgm:cxn modelId="{7B2E5B03-AE15-9740-9027-99741A3B0BE1}" type="presOf" srcId="{04502368-B16C-4CE9-9832-BCB59BD50456}" destId="{180A06B5-6154-EA48-805A-EEDFC7395E07}" srcOrd="0" destOrd="0" presId="urn:microsoft.com/office/officeart/2005/8/layout/hierarchy1"/>
    <dgm:cxn modelId="{C8737A26-353A-5844-B9A3-1D4D47FB7133}" type="presOf" srcId="{FBCB14E2-5569-4A62-822D-A323584896E5}" destId="{9F5F5331-17AF-B24B-9CAB-AB566ADB512A}" srcOrd="0" destOrd="0" presId="urn:microsoft.com/office/officeart/2005/8/layout/hierarchy1"/>
    <dgm:cxn modelId="{7AA21037-3954-3F49-AFC2-5AB373FAC877}" type="presOf" srcId="{128B5980-0DD2-4003-8C37-CB9790967432}" destId="{96F1160E-8BF8-284A-AB9C-0AE8AEA1C785}" srcOrd="0" destOrd="0" presId="urn:microsoft.com/office/officeart/2005/8/layout/hierarchy1"/>
    <dgm:cxn modelId="{36CE7E3F-E0EF-4BA8-8E32-493485E97BE1}" srcId="{04502368-B16C-4CE9-9832-BCB59BD50456}" destId="{128B5980-0DD2-4003-8C37-CB9790967432}" srcOrd="1" destOrd="0" parTransId="{F46A2127-E2B0-470C-931A-752B51719005}" sibTransId="{DDCB86CB-1200-41D0-9C42-D5FD8FF719E5}"/>
    <dgm:cxn modelId="{9D1B4B63-39A2-45A1-86BB-48FBC98938F0}" srcId="{04502368-B16C-4CE9-9832-BCB59BD50456}" destId="{522837C0-ECE9-4159-8B38-1EC28647D2A2}" srcOrd="2" destOrd="0" parTransId="{7734A20A-9A7D-49EE-8659-4DA23EF27C95}" sibTransId="{5EEF727B-61BE-4E3D-8C3C-C197C7938D84}"/>
    <dgm:cxn modelId="{E48D89A6-1A40-7A49-9EAB-F59E00E00B38}" type="presOf" srcId="{522837C0-ECE9-4159-8B38-1EC28647D2A2}" destId="{6AC859E6-5A47-2A46-BD31-281700AB08B2}" srcOrd="0" destOrd="0" presId="urn:microsoft.com/office/officeart/2005/8/layout/hierarchy1"/>
    <dgm:cxn modelId="{075742C5-610A-EF4B-A4C9-5348573CBA83}" type="presOf" srcId="{1E563DE2-15DA-4693-BCBB-88C0FADB7956}" destId="{9A60DF65-E9FB-BF42-B7F1-77384014FADE}" srcOrd="0" destOrd="0" presId="urn:microsoft.com/office/officeart/2005/8/layout/hierarchy1"/>
    <dgm:cxn modelId="{19EA79C9-2644-4520-8FF8-922013CE16C4}" srcId="{04502368-B16C-4CE9-9832-BCB59BD50456}" destId="{1E563DE2-15DA-4693-BCBB-88C0FADB7956}" srcOrd="3" destOrd="0" parTransId="{B8B4FF20-95D2-4F8B-BA65-B7D8F2902F6C}" sibTransId="{35E39526-6CC8-4EC4-8792-EEBFCCCEDCAD}"/>
    <dgm:cxn modelId="{85D951EF-A7FC-42EA-8042-02D0820BAE48}" srcId="{04502368-B16C-4CE9-9832-BCB59BD50456}" destId="{FBCB14E2-5569-4A62-822D-A323584896E5}" srcOrd="0" destOrd="0" parTransId="{697F6C16-A53B-4278-A5B8-D6F63EFE30DF}" sibTransId="{CC8AFF8F-FC90-44B5-812C-FE78910A758D}"/>
    <dgm:cxn modelId="{A3E3A4BF-5F7F-4D4B-B33E-F89F2AEC8AF1}" type="presParOf" srcId="{180A06B5-6154-EA48-805A-EEDFC7395E07}" destId="{28ACCC75-9DDD-3F48-AFFB-A1C073312240}" srcOrd="0" destOrd="0" presId="urn:microsoft.com/office/officeart/2005/8/layout/hierarchy1"/>
    <dgm:cxn modelId="{3768DFE5-1C5E-1B45-8380-2E891FFC91E6}" type="presParOf" srcId="{28ACCC75-9DDD-3F48-AFFB-A1C073312240}" destId="{67877FDC-7FCB-754C-9BBC-79AF820F2208}" srcOrd="0" destOrd="0" presId="urn:microsoft.com/office/officeart/2005/8/layout/hierarchy1"/>
    <dgm:cxn modelId="{5C830A90-3EBB-BC46-A77C-C3A6AD94203F}" type="presParOf" srcId="{67877FDC-7FCB-754C-9BBC-79AF820F2208}" destId="{618E8A62-23BA-2641-9496-EA9424E042FE}" srcOrd="0" destOrd="0" presId="urn:microsoft.com/office/officeart/2005/8/layout/hierarchy1"/>
    <dgm:cxn modelId="{944F26F8-0441-B546-A51F-4718E566F4AB}" type="presParOf" srcId="{67877FDC-7FCB-754C-9BBC-79AF820F2208}" destId="{9F5F5331-17AF-B24B-9CAB-AB566ADB512A}" srcOrd="1" destOrd="0" presId="urn:microsoft.com/office/officeart/2005/8/layout/hierarchy1"/>
    <dgm:cxn modelId="{0A266DAF-D78B-604F-B956-DC63B14E9435}" type="presParOf" srcId="{28ACCC75-9DDD-3F48-AFFB-A1C073312240}" destId="{78C2452A-9196-F34D-A276-63F78DC3B733}" srcOrd="1" destOrd="0" presId="urn:microsoft.com/office/officeart/2005/8/layout/hierarchy1"/>
    <dgm:cxn modelId="{88E8684A-9DC2-C64B-8157-5BB783C7FDF7}" type="presParOf" srcId="{180A06B5-6154-EA48-805A-EEDFC7395E07}" destId="{650355DD-243C-C546-810B-DFE7B1192B26}" srcOrd="1" destOrd="0" presId="urn:microsoft.com/office/officeart/2005/8/layout/hierarchy1"/>
    <dgm:cxn modelId="{4C79ED3C-8A71-4940-B99C-D914CD3D131B}" type="presParOf" srcId="{650355DD-243C-C546-810B-DFE7B1192B26}" destId="{3732D1A0-5D45-B340-BB77-B73EBF0FFF3D}" srcOrd="0" destOrd="0" presId="urn:microsoft.com/office/officeart/2005/8/layout/hierarchy1"/>
    <dgm:cxn modelId="{ABA228B7-223C-2048-A3AB-0D80F6ADD67A}" type="presParOf" srcId="{3732D1A0-5D45-B340-BB77-B73EBF0FFF3D}" destId="{8FD50D51-D8E2-0346-BEC0-0559D21985B9}" srcOrd="0" destOrd="0" presId="urn:microsoft.com/office/officeart/2005/8/layout/hierarchy1"/>
    <dgm:cxn modelId="{2E1D0108-EDE8-BA48-9990-6215BED76F7D}" type="presParOf" srcId="{3732D1A0-5D45-B340-BB77-B73EBF0FFF3D}" destId="{96F1160E-8BF8-284A-AB9C-0AE8AEA1C785}" srcOrd="1" destOrd="0" presId="urn:microsoft.com/office/officeart/2005/8/layout/hierarchy1"/>
    <dgm:cxn modelId="{EA8E718D-DC52-DB4D-9E5F-8385AF022385}" type="presParOf" srcId="{650355DD-243C-C546-810B-DFE7B1192B26}" destId="{C3CBFBEC-ED0D-2749-B989-029BE8ADF7E8}" srcOrd="1" destOrd="0" presId="urn:microsoft.com/office/officeart/2005/8/layout/hierarchy1"/>
    <dgm:cxn modelId="{9A485D6C-9FA6-6349-9A24-5E1852969493}" type="presParOf" srcId="{180A06B5-6154-EA48-805A-EEDFC7395E07}" destId="{2BE070DC-314E-474C-924E-9FE1DA59E724}" srcOrd="2" destOrd="0" presId="urn:microsoft.com/office/officeart/2005/8/layout/hierarchy1"/>
    <dgm:cxn modelId="{55B1ADDA-4DB7-A848-8F30-2BCFF0D8FFFB}" type="presParOf" srcId="{2BE070DC-314E-474C-924E-9FE1DA59E724}" destId="{1CEED057-7938-8A4C-99F7-997DAA17F662}" srcOrd="0" destOrd="0" presId="urn:microsoft.com/office/officeart/2005/8/layout/hierarchy1"/>
    <dgm:cxn modelId="{75B35317-A134-1648-9EC8-FA3E4987676D}" type="presParOf" srcId="{1CEED057-7938-8A4C-99F7-997DAA17F662}" destId="{DDC4459B-1466-E741-8CB0-BB1B033306E8}" srcOrd="0" destOrd="0" presId="urn:microsoft.com/office/officeart/2005/8/layout/hierarchy1"/>
    <dgm:cxn modelId="{C5626A49-89B4-7545-AB0D-3FCEB2AB2C4A}" type="presParOf" srcId="{1CEED057-7938-8A4C-99F7-997DAA17F662}" destId="{6AC859E6-5A47-2A46-BD31-281700AB08B2}" srcOrd="1" destOrd="0" presId="urn:microsoft.com/office/officeart/2005/8/layout/hierarchy1"/>
    <dgm:cxn modelId="{1B0D2482-BD37-2F4E-8DBA-CC2918249954}" type="presParOf" srcId="{2BE070DC-314E-474C-924E-9FE1DA59E724}" destId="{F9993261-1D1E-834B-BD21-2532645ADE4C}" srcOrd="1" destOrd="0" presId="urn:microsoft.com/office/officeart/2005/8/layout/hierarchy1"/>
    <dgm:cxn modelId="{FAE42429-97AA-C341-AF2B-3E52714CA802}" type="presParOf" srcId="{180A06B5-6154-EA48-805A-EEDFC7395E07}" destId="{90A068DB-74FD-7C4E-9DCA-6B632ECC9C91}" srcOrd="3" destOrd="0" presId="urn:microsoft.com/office/officeart/2005/8/layout/hierarchy1"/>
    <dgm:cxn modelId="{BEC5757C-FAC2-AA4A-820F-905BBB1BCE86}" type="presParOf" srcId="{90A068DB-74FD-7C4E-9DCA-6B632ECC9C91}" destId="{3F58E530-FFDE-B44A-9B53-C906C5272605}" srcOrd="0" destOrd="0" presId="urn:microsoft.com/office/officeart/2005/8/layout/hierarchy1"/>
    <dgm:cxn modelId="{06860BE8-FAD9-6C4C-8E5E-C32DA244237F}" type="presParOf" srcId="{3F58E530-FFDE-B44A-9B53-C906C5272605}" destId="{982143AA-AE00-0745-B897-7611998E4A1C}" srcOrd="0" destOrd="0" presId="urn:microsoft.com/office/officeart/2005/8/layout/hierarchy1"/>
    <dgm:cxn modelId="{3BD7D90B-F312-1D40-94E3-5462AB33AF82}" type="presParOf" srcId="{3F58E530-FFDE-B44A-9B53-C906C5272605}" destId="{9A60DF65-E9FB-BF42-B7F1-77384014FADE}" srcOrd="1" destOrd="0" presId="urn:microsoft.com/office/officeart/2005/8/layout/hierarchy1"/>
    <dgm:cxn modelId="{10A024C8-3B74-BA46-B7D4-C07DA0EA9140}" type="presParOf" srcId="{90A068DB-74FD-7C4E-9DCA-6B632ECC9C91}" destId="{877DCB29-0160-8E4C-BF65-A983352FFDD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2DC16-2BD7-BE43-B9C1-48B4C5B5EFE4}">
      <dsp:nvSpPr>
        <dsp:cNvPr id="0" name=""/>
        <dsp:cNvSpPr/>
      </dsp:nvSpPr>
      <dsp:spPr>
        <a:xfrm>
          <a:off x="1322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AED15-766A-E842-BF28-BA95176EDCA0}">
      <dsp:nvSpPr>
        <dsp:cNvPr id="0" name=""/>
        <dsp:cNvSpPr/>
      </dsp:nvSpPr>
      <dsp:spPr>
        <a:xfrm>
          <a:off x="516940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500" kern="1200"/>
            <a:t>Genetic Algorithm (GA)</a:t>
          </a:r>
          <a:r>
            <a:rPr kumimoji="1" lang="ko-KR" sz="2500" kern="1200"/>
            <a:t>은 주어진 문제에 대한 최적의 솔루션을 얻기 위해 개체군의 진화 방법을 사용하는 </a:t>
          </a:r>
          <a:r>
            <a:rPr kumimoji="1" lang="en-US" sz="2500" kern="1200"/>
            <a:t>AI</a:t>
          </a:r>
          <a:r>
            <a:rPr kumimoji="1" lang="ko-KR" sz="2500" kern="1200"/>
            <a:t>에 대한 진화적 접근 방식</a:t>
          </a:r>
          <a:endParaRPr lang="en-US" sz="2500" kern="1200"/>
        </a:p>
      </dsp:txBody>
      <dsp:txXfrm>
        <a:off x="603248" y="657277"/>
        <a:ext cx="4467954" cy="2774145"/>
      </dsp:txXfrm>
    </dsp:sp>
    <dsp:sp modelId="{56BFC9F2-F646-6C4A-83F1-EC8A389351E2}">
      <dsp:nvSpPr>
        <dsp:cNvPr id="0" name=""/>
        <dsp:cNvSpPr/>
      </dsp:nvSpPr>
      <dsp:spPr>
        <a:xfrm>
          <a:off x="5673129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F5650-31A6-A947-98CF-60DA5FFE340B}">
      <dsp:nvSpPr>
        <dsp:cNvPr id="0" name=""/>
        <dsp:cNvSpPr/>
      </dsp:nvSpPr>
      <dsp:spPr>
        <a:xfrm>
          <a:off x="6188748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500" kern="1200"/>
            <a:t>1975</a:t>
          </a:r>
          <a:r>
            <a:rPr kumimoji="1" lang="ko-KR" sz="2500" kern="1200"/>
            <a:t>년 존 헨리 홀랜드가 제안했습니다</a:t>
          </a:r>
          <a:r>
            <a:rPr kumimoji="1" lang="en-US" sz="2500" kern="1200"/>
            <a:t>.</a:t>
          </a:r>
          <a:endParaRPr lang="en-US" sz="2500" kern="1200"/>
        </a:p>
      </dsp:txBody>
      <dsp:txXfrm>
        <a:off x="6275056" y="657277"/>
        <a:ext cx="4467954" cy="2774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E1B9B-F00B-F741-8DC8-3E49350DC19D}">
      <dsp:nvSpPr>
        <dsp:cNvPr id="0" name=""/>
        <dsp:cNvSpPr/>
      </dsp:nvSpPr>
      <dsp:spPr>
        <a:xfrm>
          <a:off x="0" y="13679"/>
          <a:ext cx="6261100" cy="13488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문제에 대한 유효한 답은 유전자로 표현할 수 있음</a:t>
          </a:r>
          <a:endParaRPr lang="en-US" sz="1800" kern="1200"/>
        </a:p>
      </dsp:txBody>
      <dsp:txXfrm>
        <a:off x="65848" y="79527"/>
        <a:ext cx="6129404" cy="1217203"/>
      </dsp:txXfrm>
    </dsp:sp>
    <dsp:sp modelId="{AA1ACC8D-8D3C-9B46-B942-69676B46C61D}">
      <dsp:nvSpPr>
        <dsp:cNvPr id="0" name=""/>
        <dsp:cNvSpPr/>
      </dsp:nvSpPr>
      <dsp:spPr>
        <a:xfrm>
          <a:off x="0" y="1414418"/>
          <a:ext cx="6261100" cy="1348899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크로스오버를 사용하면 두 솔루션을 결합하여 새로운 유효한 답을 얻을 수 있음</a:t>
          </a:r>
          <a:endParaRPr lang="en-US" sz="1800" kern="1200"/>
        </a:p>
      </dsp:txBody>
      <dsp:txXfrm>
        <a:off x="65848" y="1480266"/>
        <a:ext cx="6129404" cy="1217203"/>
      </dsp:txXfrm>
    </dsp:sp>
    <dsp:sp modelId="{C130D844-FEE3-8046-AC02-032294E7A922}">
      <dsp:nvSpPr>
        <dsp:cNvPr id="0" name=""/>
        <dsp:cNvSpPr/>
      </dsp:nvSpPr>
      <dsp:spPr>
        <a:xfrm>
          <a:off x="0" y="2815157"/>
          <a:ext cx="6261100" cy="1348899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선택</a:t>
          </a:r>
          <a:r>
            <a:rPr kumimoji="1" lang="en-US" sz="1800" kern="1200"/>
            <a:t> (selection)</a:t>
          </a:r>
          <a:r>
            <a:rPr kumimoji="1" lang="ko-KR" sz="1800" kern="1200"/>
            <a:t>은 적합도 </a:t>
          </a:r>
          <a:r>
            <a:rPr kumimoji="1" lang="en-US" sz="1800" kern="1200"/>
            <a:t>(fitness)</a:t>
          </a:r>
          <a:r>
            <a:rPr kumimoji="1" lang="ko-KR" sz="1800" kern="1200"/>
            <a:t>함수를 사용하여 최적의 솔루션을 선택하는 데 사용</a:t>
          </a:r>
          <a:endParaRPr lang="en-US" sz="1800" kern="1200"/>
        </a:p>
      </dsp:txBody>
      <dsp:txXfrm>
        <a:off x="65848" y="2881005"/>
        <a:ext cx="6129404" cy="1217203"/>
      </dsp:txXfrm>
    </dsp:sp>
    <dsp:sp modelId="{ED4AFD6B-E8F1-BD48-9F3A-CDFD261E626C}">
      <dsp:nvSpPr>
        <dsp:cNvPr id="0" name=""/>
        <dsp:cNvSpPr/>
      </dsp:nvSpPr>
      <dsp:spPr>
        <a:xfrm>
          <a:off x="0" y="4215896"/>
          <a:ext cx="6261100" cy="1348899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돌연변이</a:t>
          </a:r>
          <a:r>
            <a:rPr kumimoji="1" lang="en-US" sz="1800" kern="1200"/>
            <a:t> (mutation)</a:t>
          </a:r>
          <a:r>
            <a:rPr kumimoji="1" lang="ko-KR" sz="1800" kern="1200"/>
            <a:t>는 최적화 </a:t>
          </a:r>
          <a:r>
            <a:rPr kumimoji="1" lang="en-US" sz="1800" kern="1200"/>
            <a:t>(optimization)</a:t>
          </a:r>
          <a:r>
            <a:rPr kumimoji="1" lang="ko-KR" sz="1800" kern="1200"/>
            <a:t>를 불안정하게 만들고 지역 최소값</a:t>
          </a:r>
          <a:r>
            <a:rPr kumimoji="1" lang="en-US" sz="1800" kern="1200"/>
            <a:t> (local minimum)</a:t>
          </a:r>
          <a:r>
            <a:rPr kumimoji="1" lang="ko-KR" sz="1800" kern="1200"/>
            <a:t>에서 벗어나기 위해 도입할 수 있음</a:t>
          </a:r>
          <a:endParaRPr lang="en-US" sz="1800" kern="1200"/>
        </a:p>
      </dsp:txBody>
      <dsp:txXfrm>
        <a:off x="65848" y="4281744"/>
        <a:ext cx="6129404" cy="12172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67684-EE71-2141-B74F-510B507D9FD0}">
      <dsp:nvSpPr>
        <dsp:cNvPr id="0" name=""/>
        <dsp:cNvSpPr/>
      </dsp:nvSpPr>
      <dsp:spPr>
        <a:xfrm>
          <a:off x="0" y="40157"/>
          <a:ext cx="9613860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유전자 </a:t>
          </a:r>
          <a:r>
            <a:rPr kumimoji="1" lang="en-US" sz="2000" kern="1200"/>
            <a:t>g∈</a:t>
          </a:r>
          <a:r>
            <a:rPr kumimoji="1" lang="el-GR" sz="2000" kern="1200"/>
            <a:t>Γ</a:t>
          </a:r>
          <a:r>
            <a:rPr kumimoji="1" lang="ko-KR" sz="2000" kern="1200"/>
            <a:t>를 사용하여 문제 솔루션을 코딩하는 방법을 찾으려면 다음과 같이 할 수 있음</a:t>
          </a:r>
          <a:endParaRPr lang="en-US" sz="2000" kern="1200"/>
        </a:p>
      </dsp:txBody>
      <dsp:txXfrm>
        <a:off x="52546" y="92703"/>
        <a:ext cx="9508768" cy="971308"/>
      </dsp:txXfrm>
    </dsp:sp>
    <dsp:sp modelId="{02B1213F-2310-4243-BBC6-2F2D97E7D734}">
      <dsp:nvSpPr>
        <dsp:cNvPr id="0" name=""/>
        <dsp:cNvSpPr/>
      </dsp:nvSpPr>
      <dsp:spPr>
        <a:xfrm>
          <a:off x="0" y="1116557"/>
          <a:ext cx="9613860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24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600" kern="1200"/>
            <a:t>유전자 집합 </a:t>
          </a:r>
          <a:r>
            <a:rPr kumimoji="1" lang="el-GR" sz="1600" kern="1200"/>
            <a:t>Γ</a:t>
          </a:r>
          <a:r>
            <a:rPr kumimoji="1" lang="ko-KR" sz="1600" kern="1200"/>
            <a:t>에서 적합도 함수 적합을 정의</a:t>
          </a:r>
          <a:r>
            <a:rPr kumimoji="1" lang="en-US" sz="1600" kern="1200"/>
            <a:t>: </a:t>
          </a:r>
          <a:r>
            <a:rPr kumimoji="1" lang="el-GR" sz="1600" kern="1200"/>
            <a:t>Γ→</a:t>
          </a:r>
          <a:r>
            <a:rPr kumimoji="1" lang="en-US" sz="1600" kern="1200"/>
            <a:t>R. </a:t>
          </a:r>
          <a:r>
            <a:rPr kumimoji="1" lang="ko-KR" sz="1600" kern="1200"/>
            <a:t>함수 값이 작을수록 더 나은 솔루션에 해당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600" kern="1200"/>
            <a:t>두 유전자를 결합하여 새로운 유효한 솔루션 크로스오버를 얻기 위한 크로스오버 메커니즘을 정의</a:t>
          </a:r>
          <a:r>
            <a:rPr kumimoji="1" lang="en-US" sz="1600" kern="1200"/>
            <a:t>: </a:t>
          </a:r>
          <a:r>
            <a:rPr kumimoji="1" lang="el-GR" sz="1600" kern="1200"/>
            <a:t>Γ2→Γ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600" kern="1200"/>
            <a:t>돌연변이 메커니즘을 정의하려면 돌연변이</a:t>
          </a:r>
          <a:r>
            <a:rPr kumimoji="1" lang="en-US" sz="1600" kern="1200"/>
            <a:t>: </a:t>
          </a:r>
          <a:r>
            <a:rPr kumimoji="1" lang="el-GR" sz="1600" kern="1200"/>
            <a:t>Γ→Γ</a:t>
          </a:r>
          <a:endParaRPr lang="en-US" sz="1600" kern="1200"/>
        </a:p>
      </dsp:txBody>
      <dsp:txXfrm>
        <a:off x="0" y="1116557"/>
        <a:ext cx="9613860" cy="1366200"/>
      </dsp:txXfrm>
    </dsp:sp>
    <dsp:sp modelId="{DDE30BD4-CC7E-6541-B643-DCC54E2E2670}">
      <dsp:nvSpPr>
        <dsp:cNvPr id="0" name=""/>
        <dsp:cNvSpPr/>
      </dsp:nvSpPr>
      <dsp:spPr>
        <a:xfrm>
          <a:off x="0" y="2482757"/>
          <a:ext cx="9613860" cy="1076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대부분의 경우 크로스오버와 돌연변이는 유전자를 숫자 서열이나 비트 벡터로 조작하는 매우 간단한 알고리즘</a:t>
          </a:r>
          <a:endParaRPr lang="en-US" sz="2000" kern="1200"/>
        </a:p>
      </dsp:txBody>
      <dsp:txXfrm>
        <a:off x="52546" y="2535303"/>
        <a:ext cx="9508768" cy="9713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7B3F2-7808-0F45-B3C8-03591ADE841D}">
      <dsp:nvSpPr>
        <dsp:cNvPr id="0" name=""/>
        <dsp:cNvSpPr/>
      </dsp:nvSpPr>
      <dsp:spPr>
        <a:xfrm>
          <a:off x="0" y="153956"/>
          <a:ext cx="10830641" cy="396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578" tIns="208280" rIns="8405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kumimoji="1" lang="ko-KR" sz="1800" kern="1200" dirty="0"/>
            <a:t>초기 모집단 </a:t>
          </a:r>
          <a:r>
            <a:rPr kumimoji="1" lang="en-US" sz="1800" kern="1200" dirty="0"/>
            <a:t>G⊂</a:t>
          </a:r>
          <a:r>
            <a:rPr kumimoji="1" lang="el-GR" sz="1800" kern="1200" dirty="0"/>
            <a:t>Γ</a:t>
          </a:r>
          <a:r>
            <a:rPr kumimoji="1" lang="ko-KR" sz="1800" kern="1200" dirty="0" err="1"/>
            <a:t>를</a:t>
          </a:r>
          <a:r>
            <a:rPr kumimoji="1" lang="ko-KR" sz="1800" kern="1200" dirty="0"/>
            <a:t> 선택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kumimoji="1" lang="ko-KR" sz="1800" kern="1200" dirty="0"/>
            <a:t>이 단계에서 수행될 연산 중 크로스오버 또는 돌연변이 중 하나를 임의로 선택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kumimoji="1" lang="ko-KR" sz="1800" kern="1200"/>
            <a:t>크로스오버</a:t>
          </a:r>
          <a:r>
            <a:rPr kumimoji="1" lang="en-US" sz="1800" kern="1200"/>
            <a:t>: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800" kern="1200" dirty="0"/>
            <a:t>두 개의 유전자 </a:t>
          </a:r>
          <a:r>
            <a:rPr kumimoji="1" lang="en-US" sz="1800" kern="1200" dirty="0"/>
            <a:t>g1, g2 ∈ G</a:t>
          </a:r>
          <a:r>
            <a:rPr kumimoji="1" lang="ko-KR" sz="1800" kern="1200" dirty="0" err="1"/>
            <a:t>를</a:t>
          </a:r>
          <a:r>
            <a:rPr kumimoji="1" lang="ko-KR" sz="1800" kern="1200" dirty="0"/>
            <a:t> 무작위로 선택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800" kern="1200"/>
            <a:t>크로스오버 </a:t>
          </a:r>
          <a:r>
            <a:rPr kumimoji="1" lang="en-US" sz="1800" kern="1200"/>
            <a:t>g = </a:t>
          </a:r>
          <a:r>
            <a:rPr kumimoji="1" lang="ko-KR" sz="1800" kern="1200"/>
            <a:t>크로스오버</a:t>
          </a:r>
          <a:r>
            <a:rPr kumimoji="1" lang="en-US" sz="1800" kern="1200"/>
            <a:t>(g1,g2)</a:t>
          </a:r>
          <a:r>
            <a:rPr kumimoji="1" lang="ko-KR" sz="1800" kern="1200"/>
            <a:t>를 계산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800" kern="1200"/>
            <a:t>fit(g)&lt;fit(g1) </a:t>
          </a:r>
          <a:r>
            <a:rPr kumimoji="1" lang="ko-KR" sz="1800" kern="1200"/>
            <a:t>또는 </a:t>
          </a:r>
          <a:r>
            <a:rPr kumimoji="1" lang="en-US" sz="1800" kern="1200"/>
            <a:t>fit(g)&lt;fit(g2)</a:t>
          </a:r>
          <a:r>
            <a:rPr kumimoji="1" lang="ko-KR" sz="1800" kern="1200"/>
            <a:t>인 경우 </a:t>
          </a:r>
          <a:r>
            <a:rPr kumimoji="1" lang="en-US" sz="1800" kern="1200"/>
            <a:t>- </a:t>
          </a:r>
          <a:r>
            <a:rPr kumimoji="1" lang="ko-KR" sz="1800" kern="1200"/>
            <a:t>모집단에서 해당 유전자를 </a:t>
          </a:r>
          <a:r>
            <a:rPr kumimoji="1" lang="en-US" sz="1800" kern="1200"/>
            <a:t>g</a:t>
          </a:r>
          <a:r>
            <a:rPr kumimoji="1" lang="ko-KR" sz="1800" kern="1200"/>
            <a:t>로 대체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kumimoji="1" lang="ko-KR" sz="1800" kern="1200" dirty="0"/>
            <a:t>돌연변이 </a:t>
          </a:r>
          <a:r>
            <a:rPr kumimoji="1" lang="en-US" sz="1800" kern="1200" dirty="0"/>
            <a:t>- </a:t>
          </a:r>
          <a:r>
            <a:rPr kumimoji="1" lang="ko-KR" sz="1800" kern="1200" dirty="0"/>
            <a:t>임의의 유전자 </a:t>
          </a:r>
          <a:r>
            <a:rPr kumimoji="1" lang="en-US" sz="1800" kern="1200" dirty="0" err="1"/>
            <a:t>g∈G</a:t>
          </a:r>
          <a:r>
            <a:rPr kumimoji="1" lang="ko-KR" sz="1800" kern="1200" dirty="0" err="1"/>
            <a:t>를</a:t>
          </a:r>
          <a:r>
            <a:rPr kumimoji="1" lang="ko-KR" sz="1800" kern="1200" dirty="0"/>
            <a:t> 선택하고 </a:t>
          </a:r>
          <a:r>
            <a:rPr kumimoji="1" lang="en-US" sz="1800" kern="1200" dirty="0"/>
            <a:t>mutate(g)</a:t>
          </a:r>
          <a:r>
            <a:rPr kumimoji="1" lang="ko-KR" sz="1800" kern="1200" dirty="0"/>
            <a:t>로 대체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kumimoji="1" lang="en-US" sz="1800" kern="1200" dirty="0"/>
            <a:t>2</a:t>
          </a:r>
          <a:r>
            <a:rPr kumimoji="1" lang="ko-KR" sz="1800" kern="1200" dirty="0"/>
            <a:t>단계부터 충분히 작은 적합도 값을 얻을 때까지</a:t>
          </a:r>
          <a:r>
            <a:rPr kumimoji="1" lang="en-US" sz="1800" kern="1200" dirty="0"/>
            <a:t>, </a:t>
          </a:r>
          <a:r>
            <a:rPr kumimoji="1" lang="ko-KR" sz="1800" kern="1200" dirty="0"/>
            <a:t>또는 단계 수 제한에 도달할 때까지 반복</a:t>
          </a:r>
          <a:endParaRPr lang="en-US" sz="1800" kern="1200" dirty="0"/>
        </a:p>
      </dsp:txBody>
      <dsp:txXfrm>
        <a:off x="0" y="153956"/>
        <a:ext cx="10830641" cy="3969000"/>
      </dsp:txXfrm>
    </dsp:sp>
    <dsp:sp modelId="{1BED5487-9A59-6347-9F36-41FC9DD98F4C}">
      <dsp:nvSpPr>
        <dsp:cNvPr id="0" name=""/>
        <dsp:cNvSpPr/>
      </dsp:nvSpPr>
      <dsp:spPr>
        <a:xfrm>
          <a:off x="541532" y="6356"/>
          <a:ext cx="9879992" cy="2951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561" tIns="0" rIns="28656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800" kern="1200"/>
            <a:t>유전 알고리즘의 구체적인 구현은 사례마다 다를 수 있지만 전체적인 구조는 다음과 같음</a:t>
          </a:r>
          <a:endParaRPr lang="en-US" sz="1800" kern="1200"/>
        </a:p>
      </dsp:txBody>
      <dsp:txXfrm>
        <a:off x="555942" y="20766"/>
        <a:ext cx="9851172" cy="2663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E8A62-23BA-2641-9496-EA9424E042FE}">
      <dsp:nvSpPr>
        <dsp:cNvPr id="0" name=""/>
        <dsp:cNvSpPr/>
      </dsp:nvSpPr>
      <dsp:spPr>
        <a:xfrm>
          <a:off x="3173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F5331-17AF-B24B-9CAB-AB566ADB512A}">
      <dsp:nvSpPr>
        <dsp:cNvPr id="0" name=""/>
        <dsp:cNvSpPr/>
      </dsp:nvSpPr>
      <dsp:spPr>
        <a:xfrm>
          <a:off x="254900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700" kern="1200"/>
            <a:t>Schedule optimization</a:t>
          </a:r>
          <a:endParaRPr lang="en-US" sz="2700" kern="1200"/>
        </a:p>
      </dsp:txBody>
      <dsp:txXfrm>
        <a:off x="297036" y="1241826"/>
        <a:ext cx="2181278" cy="1354352"/>
      </dsp:txXfrm>
    </dsp:sp>
    <dsp:sp modelId="{8FD50D51-D8E2-0346-BEC0-0559D21985B9}">
      <dsp:nvSpPr>
        <dsp:cNvPr id="0" name=""/>
        <dsp:cNvSpPr/>
      </dsp:nvSpPr>
      <dsp:spPr>
        <a:xfrm>
          <a:off x="2772178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1160E-8BF8-284A-AB9C-0AE8AEA1C785}">
      <dsp:nvSpPr>
        <dsp:cNvPr id="0" name=""/>
        <dsp:cNvSpPr/>
      </dsp:nvSpPr>
      <dsp:spPr>
        <a:xfrm>
          <a:off x="3023906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700" kern="1200"/>
            <a:t>Optimal packing</a:t>
          </a:r>
          <a:endParaRPr lang="en-US" sz="2700" kern="1200"/>
        </a:p>
      </dsp:txBody>
      <dsp:txXfrm>
        <a:off x="3066042" y="1241826"/>
        <a:ext cx="2181278" cy="1354352"/>
      </dsp:txXfrm>
    </dsp:sp>
    <dsp:sp modelId="{DDC4459B-1466-E741-8CB0-BB1B033306E8}">
      <dsp:nvSpPr>
        <dsp:cNvPr id="0" name=""/>
        <dsp:cNvSpPr/>
      </dsp:nvSpPr>
      <dsp:spPr>
        <a:xfrm>
          <a:off x="5541184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859E6-5A47-2A46-BD31-281700AB08B2}">
      <dsp:nvSpPr>
        <dsp:cNvPr id="0" name=""/>
        <dsp:cNvSpPr/>
      </dsp:nvSpPr>
      <dsp:spPr>
        <a:xfrm>
          <a:off x="5792912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700" kern="1200"/>
            <a:t>Optimal cutting</a:t>
          </a:r>
          <a:endParaRPr lang="en-US" sz="2700" kern="1200"/>
        </a:p>
      </dsp:txBody>
      <dsp:txXfrm>
        <a:off x="5835048" y="1241826"/>
        <a:ext cx="2181278" cy="1354352"/>
      </dsp:txXfrm>
    </dsp:sp>
    <dsp:sp modelId="{982143AA-AE00-0745-B897-7611998E4A1C}">
      <dsp:nvSpPr>
        <dsp:cNvPr id="0" name=""/>
        <dsp:cNvSpPr/>
      </dsp:nvSpPr>
      <dsp:spPr>
        <a:xfrm>
          <a:off x="8310190" y="960548"/>
          <a:ext cx="2265550" cy="14386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0DF65-E9FB-BF42-B7F1-77384014FADE}">
      <dsp:nvSpPr>
        <dsp:cNvPr id="0" name=""/>
        <dsp:cNvSpPr/>
      </dsp:nvSpPr>
      <dsp:spPr>
        <a:xfrm>
          <a:off x="8561917" y="1199690"/>
          <a:ext cx="2265550" cy="14386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700" kern="1200"/>
            <a:t>Speeding up exhaustive search</a:t>
          </a:r>
          <a:endParaRPr lang="en-US" sz="2700" kern="1200"/>
        </a:p>
      </dsp:txBody>
      <dsp:txXfrm>
        <a:off x="8604053" y="1241826"/>
        <a:ext cx="2181278" cy="1354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j5UNhCPu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Genetic Algorithms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7F36C09-16BA-4141-A705-C6B5B5A4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6" name="Picture 10">
            <a:extLst>
              <a:ext uri="{FF2B5EF4-FFF2-40B4-BE49-F238E27FC236}">
                <a16:creationId xmlns:a16="http://schemas.microsoft.com/office/drawing/2014/main" id="{C9CE521D-42CE-4CD9-AFFE-37255AC0A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0C2540-36DC-4C0A-A9C0-231ED365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F33A89-4E01-00BE-5436-02BA9A65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>
                <a:solidFill>
                  <a:schemeClr val="accent1"/>
                </a:solidFill>
              </a:rPr>
              <a:t>Introductory video</a:t>
            </a:r>
            <a:endParaRPr kumimoji="1" lang="ko-KR" altLang="en-US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312017-4912-E619-C4AA-5938F0415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834299" cy="3599316"/>
          </a:xfrm>
        </p:spPr>
        <p:txBody>
          <a:bodyPr>
            <a:normAutofit/>
          </a:bodyPr>
          <a:lstStyle/>
          <a:p>
            <a:r>
              <a:rPr kumimoji="1" lang="en" altLang="ko-KR" sz="2000">
                <a:hlinkClick r:id="rId3"/>
              </a:rPr>
              <a:t>https://www.youtube.com/watch?v=uQj5UNhCPuo</a:t>
            </a:r>
            <a:endParaRPr kumimoji="1" lang="en" altLang="ko-KR" sz="2000"/>
          </a:p>
          <a:p>
            <a:endParaRPr kumimoji="1"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20586-FEEA-C4AC-7646-1C929466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5320" y="5573354"/>
            <a:ext cx="834024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52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ABF64-90D6-F88D-E810-1779BA11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3C2FBE-62F2-D255-21AE-6C22DE40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27D45268-4274-DF0E-BF55-7332A6675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23616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331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98D319-B5FC-6568-CD94-EDF842A35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/>
              <a:t>Ideas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64F7F6-BB65-D22B-5A6A-7B9C365D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DBC71ECA-D00F-21C1-4BD5-AB9DA62E7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168235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4406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220B7-7988-792E-3FC5-DA0FBBB4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Implementation</a:t>
            </a:r>
            <a:endParaRPr kumimoji="1" lang="ko-KR" altLang="en-US" dirty="0"/>
          </a:p>
        </p:txBody>
      </p:sp>
      <p:graphicFrame>
        <p:nvGraphicFramePr>
          <p:cNvPr id="20" name="내용 개체 틀 2">
            <a:extLst>
              <a:ext uri="{FF2B5EF4-FFF2-40B4-BE49-F238E27FC236}">
                <a16:creationId xmlns:a16="http://schemas.microsoft.com/office/drawing/2014/main" id="{FD3D8E3A-AC5E-90AA-7061-50A3D4694E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2C9B20-9B70-B5DF-7F90-8904AB53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88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2B401-6021-53F8-0465-BF12FB2C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Implementation (cont’d)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1596F5-EE72-01EB-06A8-ABAE2944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6DE2112B-AF1D-F803-007C-C00F718CB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464991"/>
              </p:ext>
            </p:extLst>
          </p:nvPr>
        </p:nvGraphicFramePr>
        <p:xfrm>
          <a:off x="681037" y="2336800"/>
          <a:ext cx="10830641" cy="4129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25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0CCB3-3DD4-CBD3-8649-79B12553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Typical tasks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E11A68-A289-B029-432A-9D522E9A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81CA16DD-D1F5-F0BD-C7B3-EA53BBC601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606546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555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875D76-43B3-4467-BFF4-1F194837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113" y="1997765"/>
            <a:ext cx="5872891" cy="2696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6000">
                <a:solidFill>
                  <a:srgbClr val="FFFFFF"/>
                </a:solidFill>
              </a:rPr>
              <a:t>genetic.ipynb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21B06-3B53-6727-228D-BBDC41B7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1380" y="316238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4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</a:t>
            </a:fld>
            <a:endParaRPr lang="en-US" sz="4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295556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2566</TotalTime>
  <Words>324</Words>
  <Application>Microsoft Macintosh PowerPoint</Application>
  <PresentationFormat>와이드스크린</PresentationFormat>
  <Paragraphs>42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Trebuchet MS</vt:lpstr>
      <vt:lpstr>베를린</vt:lpstr>
      <vt:lpstr>Genetic Algorithms</vt:lpstr>
      <vt:lpstr>Introductory video</vt:lpstr>
      <vt:lpstr>Introduction</vt:lpstr>
      <vt:lpstr>Ideas</vt:lpstr>
      <vt:lpstr>Implementation</vt:lpstr>
      <vt:lpstr>Implementation (cont’d)</vt:lpstr>
      <vt:lpstr>Typical tasks</vt:lpstr>
      <vt:lpstr>genetic.ipynb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97</cp:revision>
  <dcterms:created xsi:type="dcterms:W3CDTF">2024-04-09T10:12:03Z</dcterms:created>
  <dcterms:modified xsi:type="dcterms:W3CDTF">2024-05-25T04:27:49Z</dcterms:modified>
</cp:coreProperties>
</file>