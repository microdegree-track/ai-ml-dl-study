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4" r:id="rId1"/>
  </p:sldMasterIdLst>
  <p:notesMasterIdLst>
    <p:notesMasterId r:id="rId42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98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4"/>
    <p:restoredTop sz="94677"/>
  </p:normalViewPr>
  <p:slideViewPr>
    <p:cSldViewPr snapToGrid="0">
      <p:cViewPr varScale="1">
        <p:scale>
          <a:sx n="181" d="100"/>
          <a:sy n="181" d="100"/>
        </p:scale>
        <p:origin x="20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10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61.png"/><Relationship Id="rId7" Type="http://schemas.openxmlformats.org/officeDocument/2006/relationships/image" Target="../media/image36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6.png"/><Relationship Id="rId7" Type="http://schemas.openxmlformats.org/officeDocument/2006/relationships/image" Target="../media/image50.png"/><Relationship Id="rId2" Type="http://schemas.openxmlformats.org/officeDocument/2006/relationships/image" Target="../media/image65.svg"/><Relationship Id="rId1" Type="http://schemas.openxmlformats.org/officeDocument/2006/relationships/image" Target="../media/image48.png"/><Relationship Id="rId6" Type="http://schemas.openxmlformats.org/officeDocument/2006/relationships/image" Target="../media/image68.svg"/><Relationship Id="rId5" Type="http://schemas.openxmlformats.org/officeDocument/2006/relationships/image" Target="../media/image52.png"/><Relationship Id="rId4" Type="http://schemas.openxmlformats.org/officeDocument/2006/relationships/image" Target="../media/image67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58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4" Type="http://schemas.openxmlformats.org/officeDocument/2006/relationships/image" Target="../media/image8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10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61.png"/><Relationship Id="rId7" Type="http://schemas.openxmlformats.org/officeDocument/2006/relationships/image" Target="../media/image36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6.png"/><Relationship Id="rId7" Type="http://schemas.openxmlformats.org/officeDocument/2006/relationships/image" Target="../media/image50.png"/><Relationship Id="rId2" Type="http://schemas.openxmlformats.org/officeDocument/2006/relationships/image" Target="../media/image65.svg"/><Relationship Id="rId1" Type="http://schemas.openxmlformats.org/officeDocument/2006/relationships/image" Target="../media/image48.png"/><Relationship Id="rId6" Type="http://schemas.openxmlformats.org/officeDocument/2006/relationships/image" Target="../media/image68.svg"/><Relationship Id="rId5" Type="http://schemas.openxmlformats.org/officeDocument/2006/relationships/image" Target="../media/image52.png"/><Relationship Id="rId4" Type="http://schemas.openxmlformats.org/officeDocument/2006/relationships/image" Target="../media/image67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58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4" Type="http://schemas.openxmlformats.org/officeDocument/2006/relationships/image" Target="../media/image8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60E76B-475B-45F4-8BAB-11C05E94142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BA2E8F-338D-4FEF-BAB0-616BF2FE3017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A discipline aimed at training computer models to solve problems using data.</a:t>
          </a:r>
          <a:endParaRPr lang="en-US"/>
        </a:p>
      </dgm:t>
    </dgm:pt>
    <dgm:pt modelId="{F9BFB7B4-1B30-412A-A0B9-0BFAACEE7E98}" type="parTrans" cxnId="{18847DCE-7A3E-4881-A069-3A3E7ECF3ACD}">
      <dgm:prSet/>
      <dgm:spPr/>
      <dgm:t>
        <a:bodyPr/>
        <a:lstStyle/>
        <a:p>
          <a:endParaRPr lang="en-US"/>
        </a:p>
      </dgm:t>
    </dgm:pt>
    <dgm:pt modelId="{815D6E59-D48F-42A7-9A28-2BAA579CAC0C}" type="sibTrans" cxnId="{18847DCE-7A3E-4881-A069-3A3E7ECF3ACD}">
      <dgm:prSet/>
      <dgm:spPr/>
      <dgm:t>
        <a:bodyPr/>
        <a:lstStyle/>
        <a:p>
          <a:endParaRPr lang="en-US"/>
        </a:p>
      </dgm:t>
    </dgm:pt>
    <dgm:pt modelId="{6925DB9C-5ADA-40DE-A280-1D37985A84FE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Data and Models:</a:t>
          </a:r>
          <a:endParaRPr lang="en-US"/>
        </a:p>
      </dgm:t>
    </dgm:pt>
    <dgm:pt modelId="{2E09042C-A271-4A7B-9BC4-0E39320EC292}" type="parTrans" cxnId="{5C9DE2B9-1606-40CB-9ED2-1AF7204F40FF}">
      <dgm:prSet/>
      <dgm:spPr/>
      <dgm:t>
        <a:bodyPr/>
        <a:lstStyle/>
        <a:p>
          <a:endParaRPr lang="en-US"/>
        </a:p>
      </dgm:t>
    </dgm:pt>
    <dgm:pt modelId="{6C604410-4EF7-4B60-97A4-0B3B6FA0D362}" type="sibTrans" cxnId="{5C9DE2B9-1606-40CB-9ED2-1AF7204F40FF}">
      <dgm:prSet/>
      <dgm:spPr/>
      <dgm:t>
        <a:bodyPr/>
        <a:lstStyle/>
        <a:p>
          <a:endParaRPr lang="en-US"/>
        </a:p>
      </dgm:t>
    </dgm:pt>
    <dgm:pt modelId="{EE4EEC36-A47B-498C-A1C3-A04A4E1CAB22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1400" dirty="0"/>
            <a:t>Involves datasets of examples X and corresponding output values Y</a:t>
          </a:r>
          <a:endParaRPr lang="en-US" sz="1400" dirty="0"/>
        </a:p>
      </dgm:t>
    </dgm:pt>
    <dgm:pt modelId="{308DFC94-C22F-4587-A4C7-CD3743C9CDF1}" type="parTrans" cxnId="{CF96CB60-C9BF-4E6D-B034-4D4169E9DED5}">
      <dgm:prSet/>
      <dgm:spPr/>
      <dgm:t>
        <a:bodyPr/>
        <a:lstStyle/>
        <a:p>
          <a:endParaRPr lang="en-US"/>
        </a:p>
      </dgm:t>
    </dgm:pt>
    <dgm:pt modelId="{6DFC8D71-E774-4B73-A724-8D0446AB210E}" type="sibTrans" cxnId="{CF96CB60-C9BF-4E6D-B034-4D4169E9DED5}">
      <dgm:prSet/>
      <dgm:spPr/>
      <dgm:t>
        <a:bodyPr/>
        <a:lstStyle/>
        <a:p>
          <a:endParaRPr lang="en-US"/>
        </a:p>
      </dgm:t>
    </dgm:pt>
    <dgm:pt modelId="{B41FC835-DF94-41F8-B4E0-F2E8840357FA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1400" dirty="0"/>
            <a:t>Examples (X) are typically N-dimensional vectors of features. Outputs (Y) are known as labels</a:t>
          </a:r>
          <a:endParaRPr lang="en-US" sz="1400" dirty="0"/>
        </a:p>
      </dgm:t>
    </dgm:pt>
    <dgm:pt modelId="{E244DBDF-E732-41C2-9BB8-74A3002BCAF1}" type="parTrans" cxnId="{A6DB0178-4348-49AE-B28D-A24C90600859}">
      <dgm:prSet/>
      <dgm:spPr/>
      <dgm:t>
        <a:bodyPr/>
        <a:lstStyle/>
        <a:p>
          <a:endParaRPr lang="en-US"/>
        </a:p>
      </dgm:t>
    </dgm:pt>
    <dgm:pt modelId="{80FF0D31-2C15-4AF2-9992-7AA8DA1419CF}" type="sibTrans" cxnId="{A6DB0178-4348-49AE-B28D-A24C90600859}">
      <dgm:prSet/>
      <dgm:spPr/>
      <dgm:t>
        <a:bodyPr/>
        <a:lstStyle/>
        <a:p>
          <a:endParaRPr lang="en-US"/>
        </a:p>
      </dgm:t>
    </dgm:pt>
    <dgm:pt modelId="{F47B281A-0452-4704-B7DA-BF3AA8A9645A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 dirty="0"/>
            <a:t>Common Machine Learning Problems:</a:t>
          </a:r>
          <a:endParaRPr lang="en-US" dirty="0"/>
        </a:p>
      </dgm:t>
    </dgm:pt>
    <dgm:pt modelId="{135E2F64-2A60-4CA4-A5FB-C255A07362D9}" type="parTrans" cxnId="{627373D3-7BD9-4731-B0F8-C7D0B37D6467}">
      <dgm:prSet/>
      <dgm:spPr/>
      <dgm:t>
        <a:bodyPr/>
        <a:lstStyle/>
        <a:p>
          <a:endParaRPr lang="en-US"/>
        </a:p>
      </dgm:t>
    </dgm:pt>
    <dgm:pt modelId="{BD9081A0-1B84-4396-9A38-D06A368AA924}" type="sibTrans" cxnId="{627373D3-7BD9-4731-B0F8-C7D0B37D6467}">
      <dgm:prSet/>
      <dgm:spPr/>
      <dgm:t>
        <a:bodyPr/>
        <a:lstStyle/>
        <a:p>
          <a:endParaRPr lang="en-US"/>
        </a:p>
      </dgm:t>
    </dgm:pt>
    <dgm:pt modelId="{AA5CA423-07D5-4538-B241-2CB41A7FB086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1400" dirty="0"/>
            <a:t>Classification: Assigning an input object to one of two or more classes</a:t>
          </a:r>
          <a:endParaRPr lang="en-US" sz="1400" dirty="0"/>
        </a:p>
      </dgm:t>
    </dgm:pt>
    <dgm:pt modelId="{DD470CE1-9F0E-470C-9032-FD004C8D155D}" type="parTrans" cxnId="{E338B1BF-D09B-4CF3-8B15-DE338F6036DB}">
      <dgm:prSet/>
      <dgm:spPr/>
      <dgm:t>
        <a:bodyPr/>
        <a:lstStyle/>
        <a:p>
          <a:endParaRPr lang="en-US"/>
        </a:p>
      </dgm:t>
    </dgm:pt>
    <dgm:pt modelId="{58749E50-ED96-4E2A-B4DC-B4DA0B50CC66}" type="sibTrans" cxnId="{E338B1BF-D09B-4CF3-8B15-DE338F6036DB}">
      <dgm:prSet/>
      <dgm:spPr/>
      <dgm:t>
        <a:bodyPr/>
        <a:lstStyle/>
        <a:p>
          <a:endParaRPr lang="en-US"/>
        </a:p>
      </dgm:t>
    </dgm:pt>
    <dgm:pt modelId="{9AF67C79-3090-42B5-B900-C47B589FB744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1400"/>
            <a:t>Regression: Predicting a numerical value for each input sample</a:t>
          </a:r>
          <a:endParaRPr lang="en-US" sz="1400"/>
        </a:p>
      </dgm:t>
    </dgm:pt>
    <dgm:pt modelId="{258491DC-7EE5-43E7-9DE2-6266DB5A7E68}" type="parTrans" cxnId="{E4367DBD-EFB5-490E-97C5-F4DF6D9E89ED}">
      <dgm:prSet/>
      <dgm:spPr/>
      <dgm:t>
        <a:bodyPr/>
        <a:lstStyle/>
        <a:p>
          <a:endParaRPr lang="en-US"/>
        </a:p>
      </dgm:t>
    </dgm:pt>
    <dgm:pt modelId="{E4B55ABA-7621-440E-97F2-B1E6B4FA433A}" type="sibTrans" cxnId="{E4367DBD-EFB5-490E-97C5-F4DF6D9E89ED}">
      <dgm:prSet/>
      <dgm:spPr/>
      <dgm:t>
        <a:bodyPr/>
        <a:lstStyle/>
        <a:p>
          <a:endParaRPr lang="en-US"/>
        </a:p>
      </dgm:t>
    </dgm:pt>
    <dgm:pt modelId="{19CFC3A4-C69C-43D9-889C-3B69952B0536}" type="pres">
      <dgm:prSet presAssocID="{4160E76B-475B-45F4-8BAB-11C05E941429}" presName="root" presStyleCnt="0">
        <dgm:presLayoutVars>
          <dgm:dir/>
          <dgm:resizeHandles val="exact"/>
        </dgm:presLayoutVars>
      </dgm:prSet>
      <dgm:spPr/>
    </dgm:pt>
    <dgm:pt modelId="{E136B07E-F6C3-49AD-B3DF-9F90D6F74F71}" type="pres">
      <dgm:prSet presAssocID="{79BA2E8F-338D-4FEF-BAB0-616BF2FE3017}" presName="compNode" presStyleCnt="0"/>
      <dgm:spPr/>
    </dgm:pt>
    <dgm:pt modelId="{3ED95364-69E8-4107-B79F-7F53E30640B8}" type="pres">
      <dgm:prSet presAssocID="{79BA2E8F-338D-4FEF-BAB0-616BF2FE3017}" presName="bgRect" presStyleLbl="bgShp" presStyleIdx="0" presStyleCnt="3"/>
      <dgm:spPr/>
    </dgm:pt>
    <dgm:pt modelId="{E990C09E-2CA5-4BEB-9CA4-333C1A6B38E5}" type="pres">
      <dgm:prSet presAssocID="{79BA2E8F-338D-4FEF-BAB0-616BF2FE30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프로그래머"/>
        </a:ext>
      </dgm:extLst>
    </dgm:pt>
    <dgm:pt modelId="{5AEF913A-EFF0-4BF6-9B32-57BF2195A580}" type="pres">
      <dgm:prSet presAssocID="{79BA2E8F-338D-4FEF-BAB0-616BF2FE3017}" presName="spaceRect" presStyleCnt="0"/>
      <dgm:spPr/>
    </dgm:pt>
    <dgm:pt modelId="{109D80D5-119E-4D1B-B7EA-E858C5FD73A3}" type="pres">
      <dgm:prSet presAssocID="{79BA2E8F-338D-4FEF-BAB0-616BF2FE3017}" presName="parTx" presStyleLbl="revTx" presStyleIdx="0" presStyleCnt="5">
        <dgm:presLayoutVars>
          <dgm:chMax val="0"/>
          <dgm:chPref val="0"/>
        </dgm:presLayoutVars>
      </dgm:prSet>
      <dgm:spPr/>
    </dgm:pt>
    <dgm:pt modelId="{684A24EB-2FD7-4E3D-A9DF-C69F5659DC92}" type="pres">
      <dgm:prSet presAssocID="{815D6E59-D48F-42A7-9A28-2BAA579CAC0C}" presName="sibTrans" presStyleCnt="0"/>
      <dgm:spPr/>
    </dgm:pt>
    <dgm:pt modelId="{08D19A6B-1A12-4D72-BCAD-A6B79821C0E4}" type="pres">
      <dgm:prSet presAssocID="{6925DB9C-5ADA-40DE-A280-1D37985A84FE}" presName="compNode" presStyleCnt="0"/>
      <dgm:spPr/>
    </dgm:pt>
    <dgm:pt modelId="{FC590D39-261E-46BC-9052-D285A00DE53B}" type="pres">
      <dgm:prSet presAssocID="{6925DB9C-5ADA-40DE-A280-1D37985A84FE}" presName="bgRect" presStyleLbl="bgShp" presStyleIdx="1" presStyleCnt="3"/>
      <dgm:spPr/>
    </dgm:pt>
    <dgm:pt modelId="{C4980CB1-B556-4783-9318-A078304E896B}" type="pres">
      <dgm:prSet presAssocID="{6925DB9C-5ADA-40DE-A280-1D37985A84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테이블"/>
        </a:ext>
      </dgm:extLst>
    </dgm:pt>
    <dgm:pt modelId="{F9806BA3-F361-4F91-9882-BDABECED2630}" type="pres">
      <dgm:prSet presAssocID="{6925DB9C-5ADA-40DE-A280-1D37985A84FE}" presName="spaceRect" presStyleCnt="0"/>
      <dgm:spPr/>
    </dgm:pt>
    <dgm:pt modelId="{1F202686-1281-4992-91EA-32823C392E3F}" type="pres">
      <dgm:prSet presAssocID="{6925DB9C-5ADA-40DE-A280-1D37985A84FE}" presName="parTx" presStyleLbl="revTx" presStyleIdx="1" presStyleCnt="5">
        <dgm:presLayoutVars>
          <dgm:chMax val="0"/>
          <dgm:chPref val="0"/>
        </dgm:presLayoutVars>
      </dgm:prSet>
      <dgm:spPr/>
    </dgm:pt>
    <dgm:pt modelId="{FAA3E477-4D01-419B-921E-BD1735F8280E}" type="pres">
      <dgm:prSet presAssocID="{6925DB9C-5ADA-40DE-A280-1D37985A84FE}" presName="desTx" presStyleLbl="revTx" presStyleIdx="2" presStyleCnt="5" custScaleX="129251" custLinFactNeighborX="-14008">
        <dgm:presLayoutVars/>
      </dgm:prSet>
      <dgm:spPr/>
    </dgm:pt>
    <dgm:pt modelId="{8A0DC431-FE9A-4DB2-A815-9CB295D74668}" type="pres">
      <dgm:prSet presAssocID="{6C604410-4EF7-4B60-97A4-0B3B6FA0D362}" presName="sibTrans" presStyleCnt="0"/>
      <dgm:spPr/>
    </dgm:pt>
    <dgm:pt modelId="{96F2680D-CD8A-446A-885A-1DA2A3EC1A5E}" type="pres">
      <dgm:prSet presAssocID="{F47B281A-0452-4704-B7DA-BF3AA8A9645A}" presName="compNode" presStyleCnt="0"/>
      <dgm:spPr/>
    </dgm:pt>
    <dgm:pt modelId="{BA6697F6-B141-4CD1-95EE-3070E50DB9C7}" type="pres">
      <dgm:prSet presAssocID="{F47B281A-0452-4704-B7DA-BF3AA8A9645A}" presName="bgRect" presStyleLbl="bgShp" presStyleIdx="2" presStyleCnt="3"/>
      <dgm:spPr/>
    </dgm:pt>
    <dgm:pt modelId="{CF197688-2EE9-491C-BCD6-02750B6E3299}" type="pres">
      <dgm:prSet presAssocID="{F47B281A-0452-4704-B7DA-BF3AA8A964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통계"/>
        </a:ext>
      </dgm:extLst>
    </dgm:pt>
    <dgm:pt modelId="{B751A5DB-7993-4CD2-94B3-572068B0B7AE}" type="pres">
      <dgm:prSet presAssocID="{F47B281A-0452-4704-B7DA-BF3AA8A9645A}" presName="spaceRect" presStyleCnt="0"/>
      <dgm:spPr/>
    </dgm:pt>
    <dgm:pt modelId="{9B55323F-0B8F-41C4-9E64-F7B377A78A9E}" type="pres">
      <dgm:prSet presAssocID="{F47B281A-0452-4704-B7DA-BF3AA8A9645A}" presName="parTx" presStyleLbl="revTx" presStyleIdx="3" presStyleCnt="5">
        <dgm:presLayoutVars>
          <dgm:chMax val="0"/>
          <dgm:chPref val="0"/>
        </dgm:presLayoutVars>
      </dgm:prSet>
      <dgm:spPr/>
    </dgm:pt>
    <dgm:pt modelId="{D37EC9B1-A99E-40CB-AA92-FEBDBDB5A2A2}" type="pres">
      <dgm:prSet presAssocID="{F47B281A-0452-4704-B7DA-BF3AA8A9645A}" presName="desTx" presStyleLbl="revTx" presStyleIdx="4" presStyleCnt="5" custScaleX="124126" custLinFactNeighborX="-9064">
        <dgm:presLayoutVars/>
      </dgm:prSet>
      <dgm:spPr/>
    </dgm:pt>
  </dgm:ptLst>
  <dgm:cxnLst>
    <dgm:cxn modelId="{5593F805-3855-4219-8A6A-D1167B1D6CE1}" type="presOf" srcId="{9AF67C79-3090-42B5-B900-C47B589FB744}" destId="{D37EC9B1-A99E-40CB-AA92-FEBDBDB5A2A2}" srcOrd="0" destOrd="1" presId="urn:microsoft.com/office/officeart/2018/2/layout/IconVerticalSolidList"/>
    <dgm:cxn modelId="{36EEDA10-9ED7-4CAF-8366-1D72F3064383}" type="presOf" srcId="{EE4EEC36-A47B-498C-A1C3-A04A4E1CAB22}" destId="{FAA3E477-4D01-419B-921E-BD1735F8280E}" srcOrd="0" destOrd="0" presId="urn:microsoft.com/office/officeart/2018/2/layout/IconVerticalSolidList"/>
    <dgm:cxn modelId="{52937016-C297-497D-B979-645C64D9B6CB}" type="presOf" srcId="{B41FC835-DF94-41F8-B4E0-F2E8840357FA}" destId="{FAA3E477-4D01-419B-921E-BD1735F8280E}" srcOrd="0" destOrd="1" presId="urn:microsoft.com/office/officeart/2018/2/layout/IconVerticalSolidList"/>
    <dgm:cxn modelId="{B7BFC545-8315-4F60-86B5-CBD7B4DAD9AF}" type="presOf" srcId="{79BA2E8F-338D-4FEF-BAB0-616BF2FE3017}" destId="{109D80D5-119E-4D1B-B7EA-E858C5FD73A3}" srcOrd="0" destOrd="0" presId="urn:microsoft.com/office/officeart/2018/2/layout/IconVerticalSolidList"/>
    <dgm:cxn modelId="{CF96CB60-C9BF-4E6D-B034-4D4169E9DED5}" srcId="{6925DB9C-5ADA-40DE-A280-1D37985A84FE}" destId="{EE4EEC36-A47B-498C-A1C3-A04A4E1CAB22}" srcOrd="0" destOrd="0" parTransId="{308DFC94-C22F-4587-A4C7-CD3743C9CDF1}" sibTransId="{6DFC8D71-E774-4B73-A724-8D0446AB210E}"/>
    <dgm:cxn modelId="{E7EB7F67-1A96-4140-9C4D-96507E04B654}" type="presOf" srcId="{6925DB9C-5ADA-40DE-A280-1D37985A84FE}" destId="{1F202686-1281-4992-91EA-32823C392E3F}" srcOrd="0" destOrd="0" presId="urn:microsoft.com/office/officeart/2018/2/layout/IconVerticalSolidList"/>
    <dgm:cxn modelId="{A6DB0178-4348-49AE-B28D-A24C90600859}" srcId="{6925DB9C-5ADA-40DE-A280-1D37985A84FE}" destId="{B41FC835-DF94-41F8-B4E0-F2E8840357FA}" srcOrd="1" destOrd="0" parTransId="{E244DBDF-E732-41C2-9BB8-74A3002BCAF1}" sibTransId="{80FF0D31-2C15-4AF2-9992-7AA8DA1419CF}"/>
    <dgm:cxn modelId="{208D7681-A80D-4293-92EA-232659E45852}" type="presOf" srcId="{AA5CA423-07D5-4538-B241-2CB41A7FB086}" destId="{D37EC9B1-A99E-40CB-AA92-FEBDBDB5A2A2}" srcOrd="0" destOrd="0" presId="urn:microsoft.com/office/officeart/2018/2/layout/IconVerticalSolidList"/>
    <dgm:cxn modelId="{5C9DE2B9-1606-40CB-9ED2-1AF7204F40FF}" srcId="{4160E76B-475B-45F4-8BAB-11C05E941429}" destId="{6925DB9C-5ADA-40DE-A280-1D37985A84FE}" srcOrd="1" destOrd="0" parTransId="{2E09042C-A271-4A7B-9BC4-0E39320EC292}" sibTransId="{6C604410-4EF7-4B60-97A4-0B3B6FA0D362}"/>
    <dgm:cxn modelId="{E4367DBD-EFB5-490E-97C5-F4DF6D9E89ED}" srcId="{F47B281A-0452-4704-B7DA-BF3AA8A9645A}" destId="{9AF67C79-3090-42B5-B900-C47B589FB744}" srcOrd="1" destOrd="0" parTransId="{258491DC-7EE5-43E7-9DE2-6266DB5A7E68}" sibTransId="{E4B55ABA-7621-440E-97F2-B1E6B4FA433A}"/>
    <dgm:cxn modelId="{5ECBAFBF-E2B7-4C4E-953E-B61AF947E92E}" type="presOf" srcId="{F47B281A-0452-4704-B7DA-BF3AA8A9645A}" destId="{9B55323F-0B8F-41C4-9E64-F7B377A78A9E}" srcOrd="0" destOrd="0" presId="urn:microsoft.com/office/officeart/2018/2/layout/IconVerticalSolidList"/>
    <dgm:cxn modelId="{E338B1BF-D09B-4CF3-8B15-DE338F6036DB}" srcId="{F47B281A-0452-4704-B7DA-BF3AA8A9645A}" destId="{AA5CA423-07D5-4538-B241-2CB41A7FB086}" srcOrd="0" destOrd="0" parTransId="{DD470CE1-9F0E-470C-9032-FD004C8D155D}" sibTransId="{58749E50-ED96-4E2A-B4DC-B4DA0B50CC66}"/>
    <dgm:cxn modelId="{18847DCE-7A3E-4881-A069-3A3E7ECF3ACD}" srcId="{4160E76B-475B-45F4-8BAB-11C05E941429}" destId="{79BA2E8F-338D-4FEF-BAB0-616BF2FE3017}" srcOrd="0" destOrd="0" parTransId="{F9BFB7B4-1B30-412A-A0B9-0BFAACEE7E98}" sibTransId="{815D6E59-D48F-42A7-9A28-2BAA579CAC0C}"/>
    <dgm:cxn modelId="{627373D3-7BD9-4731-B0F8-C7D0B37D6467}" srcId="{4160E76B-475B-45F4-8BAB-11C05E941429}" destId="{F47B281A-0452-4704-B7DA-BF3AA8A9645A}" srcOrd="2" destOrd="0" parTransId="{135E2F64-2A60-4CA4-A5FB-C255A07362D9}" sibTransId="{BD9081A0-1B84-4396-9A38-D06A368AA924}"/>
    <dgm:cxn modelId="{A850EBDD-C679-4698-92BB-03EE57708FCA}" type="presOf" srcId="{4160E76B-475B-45F4-8BAB-11C05E941429}" destId="{19CFC3A4-C69C-43D9-889C-3B69952B0536}" srcOrd="0" destOrd="0" presId="urn:microsoft.com/office/officeart/2018/2/layout/IconVerticalSolidList"/>
    <dgm:cxn modelId="{F23C186B-59EB-4BA5-952F-CCDA16B27BB0}" type="presParOf" srcId="{19CFC3A4-C69C-43D9-889C-3B69952B0536}" destId="{E136B07E-F6C3-49AD-B3DF-9F90D6F74F71}" srcOrd="0" destOrd="0" presId="urn:microsoft.com/office/officeart/2018/2/layout/IconVerticalSolidList"/>
    <dgm:cxn modelId="{AF28F69E-150B-467B-9703-0684CE5840E8}" type="presParOf" srcId="{E136B07E-F6C3-49AD-B3DF-9F90D6F74F71}" destId="{3ED95364-69E8-4107-B79F-7F53E30640B8}" srcOrd="0" destOrd="0" presId="urn:microsoft.com/office/officeart/2018/2/layout/IconVerticalSolidList"/>
    <dgm:cxn modelId="{2D2AB476-8130-4D9E-BF13-CD66A933222F}" type="presParOf" srcId="{E136B07E-F6C3-49AD-B3DF-9F90D6F74F71}" destId="{E990C09E-2CA5-4BEB-9CA4-333C1A6B38E5}" srcOrd="1" destOrd="0" presId="urn:microsoft.com/office/officeart/2018/2/layout/IconVerticalSolidList"/>
    <dgm:cxn modelId="{332ED012-C90C-4EA4-AC66-A2B5207BEA1C}" type="presParOf" srcId="{E136B07E-F6C3-49AD-B3DF-9F90D6F74F71}" destId="{5AEF913A-EFF0-4BF6-9B32-57BF2195A580}" srcOrd="2" destOrd="0" presId="urn:microsoft.com/office/officeart/2018/2/layout/IconVerticalSolidList"/>
    <dgm:cxn modelId="{319CFF4B-B920-4CDA-9795-8E7FB7660062}" type="presParOf" srcId="{E136B07E-F6C3-49AD-B3DF-9F90D6F74F71}" destId="{109D80D5-119E-4D1B-B7EA-E858C5FD73A3}" srcOrd="3" destOrd="0" presId="urn:microsoft.com/office/officeart/2018/2/layout/IconVerticalSolidList"/>
    <dgm:cxn modelId="{1F0F50CB-B5D5-4CE8-BC71-7227BDE30320}" type="presParOf" srcId="{19CFC3A4-C69C-43D9-889C-3B69952B0536}" destId="{684A24EB-2FD7-4E3D-A9DF-C69F5659DC92}" srcOrd="1" destOrd="0" presId="urn:microsoft.com/office/officeart/2018/2/layout/IconVerticalSolidList"/>
    <dgm:cxn modelId="{A3DE4069-66E1-4435-AF86-560A12E8EC19}" type="presParOf" srcId="{19CFC3A4-C69C-43D9-889C-3B69952B0536}" destId="{08D19A6B-1A12-4D72-BCAD-A6B79821C0E4}" srcOrd="2" destOrd="0" presId="urn:microsoft.com/office/officeart/2018/2/layout/IconVerticalSolidList"/>
    <dgm:cxn modelId="{A329D3AD-3257-4C84-BA49-8CB38D898FDE}" type="presParOf" srcId="{08D19A6B-1A12-4D72-BCAD-A6B79821C0E4}" destId="{FC590D39-261E-46BC-9052-D285A00DE53B}" srcOrd="0" destOrd="0" presId="urn:microsoft.com/office/officeart/2018/2/layout/IconVerticalSolidList"/>
    <dgm:cxn modelId="{2DA8ACD9-83B8-446B-83B3-2B10FA238B66}" type="presParOf" srcId="{08D19A6B-1A12-4D72-BCAD-A6B79821C0E4}" destId="{C4980CB1-B556-4783-9318-A078304E896B}" srcOrd="1" destOrd="0" presId="urn:microsoft.com/office/officeart/2018/2/layout/IconVerticalSolidList"/>
    <dgm:cxn modelId="{5ECCDBBA-9E31-4E4A-978B-6A3873B3AA52}" type="presParOf" srcId="{08D19A6B-1A12-4D72-BCAD-A6B79821C0E4}" destId="{F9806BA3-F361-4F91-9882-BDABECED2630}" srcOrd="2" destOrd="0" presId="urn:microsoft.com/office/officeart/2018/2/layout/IconVerticalSolidList"/>
    <dgm:cxn modelId="{A678AA8F-6D83-40BE-AE74-CF9FCB02007D}" type="presParOf" srcId="{08D19A6B-1A12-4D72-BCAD-A6B79821C0E4}" destId="{1F202686-1281-4992-91EA-32823C392E3F}" srcOrd="3" destOrd="0" presId="urn:microsoft.com/office/officeart/2018/2/layout/IconVerticalSolidList"/>
    <dgm:cxn modelId="{E6AB8B63-829A-4620-A71D-E6B5E011B292}" type="presParOf" srcId="{08D19A6B-1A12-4D72-BCAD-A6B79821C0E4}" destId="{FAA3E477-4D01-419B-921E-BD1735F8280E}" srcOrd="4" destOrd="0" presId="urn:microsoft.com/office/officeart/2018/2/layout/IconVerticalSolidList"/>
    <dgm:cxn modelId="{2F5C7FEC-13B2-44E1-B14C-2DADDC0047D4}" type="presParOf" srcId="{19CFC3A4-C69C-43D9-889C-3B69952B0536}" destId="{8A0DC431-FE9A-4DB2-A815-9CB295D74668}" srcOrd="3" destOrd="0" presId="urn:microsoft.com/office/officeart/2018/2/layout/IconVerticalSolidList"/>
    <dgm:cxn modelId="{B2E3E48F-384C-43B3-B583-08AEC252F2CE}" type="presParOf" srcId="{19CFC3A4-C69C-43D9-889C-3B69952B0536}" destId="{96F2680D-CD8A-446A-885A-1DA2A3EC1A5E}" srcOrd="4" destOrd="0" presId="urn:microsoft.com/office/officeart/2018/2/layout/IconVerticalSolidList"/>
    <dgm:cxn modelId="{99E3CD30-3831-4B41-817A-BFAFEF9F5B5E}" type="presParOf" srcId="{96F2680D-CD8A-446A-885A-1DA2A3EC1A5E}" destId="{BA6697F6-B141-4CD1-95EE-3070E50DB9C7}" srcOrd="0" destOrd="0" presId="urn:microsoft.com/office/officeart/2018/2/layout/IconVerticalSolidList"/>
    <dgm:cxn modelId="{19CABF15-58A2-4A3A-A7A9-6CB2A06D3CC1}" type="presParOf" srcId="{96F2680D-CD8A-446A-885A-1DA2A3EC1A5E}" destId="{CF197688-2EE9-491C-BCD6-02750B6E3299}" srcOrd="1" destOrd="0" presId="urn:microsoft.com/office/officeart/2018/2/layout/IconVerticalSolidList"/>
    <dgm:cxn modelId="{EE51D0F1-C312-4FD6-80FE-75B3B551AB39}" type="presParOf" srcId="{96F2680D-CD8A-446A-885A-1DA2A3EC1A5E}" destId="{B751A5DB-7993-4CD2-94B3-572068B0B7AE}" srcOrd="2" destOrd="0" presId="urn:microsoft.com/office/officeart/2018/2/layout/IconVerticalSolidList"/>
    <dgm:cxn modelId="{F330C1DD-36B2-4AD0-99CD-15FF5F25EE69}" type="presParOf" srcId="{96F2680D-CD8A-446A-885A-1DA2A3EC1A5E}" destId="{9B55323F-0B8F-41C4-9E64-F7B377A78A9E}" srcOrd="3" destOrd="0" presId="urn:microsoft.com/office/officeart/2018/2/layout/IconVerticalSolidList"/>
    <dgm:cxn modelId="{2169DD46-C23E-4D52-A3EA-107B80F791F1}" type="presParOf" srcId="{96F2680D-CD8A-446A-885A-1DA2A3EC1A5E}" destId="{D37EC9B1-A99E-40CB-AA92-FEBDBDB5A2A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7CF6A8-D334-443C-98DA-18317C8077B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FCEBA3B-EAF3-496F-B8C1-D0CA01561B0E}">
      <dgm:prSet/>
      <dgm:spPr/>
      <dgm:t>
        <a:bodyPr/>
        <a:lstStyle/>
        <a:p>
          <a:r>
            <a:rPr kumimoji="1" lang="en-US"/>
            <a:t>Task</a:t>
          </a:r>
          <a:endParaRPr lang="en-US"/>
        </a:p>
      </dgm:t>
    </dgm:pt>
    <dgm:pt modelId="{EE206B49-5412-45B3-A98E-AC3BC7026194}" type="parTrans" cxnId="{3ADD0D72-B424-4D5C-8D7F-8971C453E3C9}">
      <dgm:prSet/>
      <dgm:spPr/>
      <dgm:t>
        <a:bodyPr/>
        <a:lstStyle/>
        <a:p>
          <a:endParaRPr lang="en-US"/>
        </a:p>
      </dgm:t>
    </dgm:pt>
    <dgm:pt modelId="{3CDE909A-42D4-4DCF-88FB-47CAD94E1A4F}" type="sibTrans" cxnId="{3ADD0D72-B424-4D5C-8D7F-8971C453E3C9}">
      <dgm:prSet/>
      <dgm:spPr/>
      <dgm:t>
        <a:bodyPr/>
        <a:lstStyle/>
        <a:p>
          <a:endParaRPr lang="en-US"/>
        </a:p>
      </dgm:t>
    </dgm:pt>
    <dgm:pt modelId="{20665733-FFA8-47E6-96B2-D35C7F044025}">
      <dgm:prSet/>
      <dgm:spPr/>
      <dgm:t>
        <a:bodyPr/>
        <a:lstStyle/>
        <a:p>
          <a:r>
            <a:rPr kumimoji="1" lang="en-US" dirty="0"/>
            <a:t>Using the code for binary classification of MNIST handwritten digits, create a multi-class classified that would be able to recognize any digit</a:t>
          </a:r>
          <a:endParaRPr lang="en-US" dirty="0"/>
        </a:p>
      </dgm:t>
    </dgm:pt>
    <dgm:pt modelId="{0D6FB3A8-6DBF-415A-A4E4-39F9F7BF073C}" type="parTrans" cxnId="{8C21528A-FA5A-4F17-910E-8E46531306F5}">
      <dgm:prSet/>
      <dgm:spPr/>
      <dgm:t>
        <a:bodyPr/>
        <a:lstStyle/>
        <a:p>
          <a:endParaRPr lang="en-US"/>
        </a:p>
      </dgm:t>
    </dgm:pt>
    <dgm:pt modelId="{B5CD55EB-7E48-47F0-AE5C-D956B4D54D84}" type="sibTrans" cxnId="{8C21528A-FA5A-4F17-910E-8E46531306F5}">
      <dgm:prSet/>
      <dgm:spPr/>
      <dgm:t>
        <a:bodyPr/>
        <a:lstStyle/>
        <a:p>
          <a:endParaRPr lang="en-US"/>
        </a:p>
      </dgm:t>
    </dgm:pt>
    <dgm:pt modelId="{B1DB92C5-8A5B-4A7C-93B3-A04B816D8E7C}">
      <dgm:prSet/>
      <dgm:spPr/>
      <dgm:t>
        <a:bodyPr/>
        <a:lstStyle/>
        <a:p>
          <a:r>
            <a:rPr kumimoji="1" lang="en-US" dirty="0"/>
            <a:t>Compute the classification accuracy on the train and test dataset, and print out the confusion matrix</a:t>
          </a:r>
          <a:endParaRPr lang="en-US" dirty="0"/>
        </a:p>
      </dgm:t>
    </dgm:pt>
    <dgm:pt modelId="{9A197C12-AF2E-4E8C-BBBE-1D743AB5B79F}" type="parTrans" cxnId="{4EFBA8D0-5B70-4CC6-B7C5-B7A72521111F}">
      <dgm:prSet/>
      <dgm:spPr/>
      <dgm:t>
        <a:bodyPr/>
        <a:lstStyle/>
        <a:p>
          <a:endParaRPr lang="en-US"/>
        </a:p>
      </dgm:t>
    </dgm:pt>
    <dgm:pt modelId="{E21969CC-2A4D-40E8-9A0D-6EC63792284E}" type="sibTrans" cxnId="{4EFBA8D0-5B70-4CC6-B7C5-B7A72521111F}">
      <dgm:prSet/>
      <dgm:spPr/>
      <dgm:t>
        <a:bodyPr/>
        <a:lstStyle/>
        <a:p>
          <a:endParaRPr lang="en-US"/>
        </a:p>
      </dgm:t>
    </dgm:pt>
    <dgm:pt modelId="{27E483F0-B5C7-48DC-A276-15101F6F3C47}">
      <dgm:prSet/>
      <dgm:spPr/>
      <dgm:t>
        <a:bodyPr/>
        <a:lstStyle/>
        <a:p>
          <a:r>
            <a:rPr kumimoji="1" lang="en-US"/>
            <a:t>Hints</a:t>
          </a:r>
          <a:endParaRPr lang="en-US"/>
        </a:p>
      </dgm:t>
    </dgm:pt>
    <dgm:pt modelId="{37EE5FCF-5AA8-4403-BF5A-4CBBEDC7836D}" type="parTrans" cxnId="{8EDBF452-ABF2-4E6A-AEC5-05430FC3D20C}">
      <dgm:prSet/>
      <dgm:spPr/>
      <dgm:t>
        <a:bodyPr/>
        <a:lstStyle/>
        <a:p>
          <a:endParaRPr lang="en-US"/>
        </a:p>
      </dgm:t>
    </dgm:pt>
    <dgm:pt modelId="{9D75F6AA-D130-49A6-A03B-FE9841AFFA0E}" type="sibTrans" cxnId="{8EDBF452-ABF2-4E6A-AEC5-05430FC3D20C}">
      <dgm:prSet/>
      <dgm:spPr/>
      <dgm:t>
        <a:bodyPr/>
        <a:lstStyle/>
        <a:p>
          <a:endParaRPr lang="en-US"/>
        </a:p>
      </dgm:t>
    </dgm:pt>
    <dgm:pt modelId="{FC5C0A86-B5A6-4E06-A9E2-556F196738EF}">
      <dgm:prSet/>
      <dgm:spPr/>
      <dgm:t>
        <a:bodyPr/>
        <a:lstStyle/>
        <a:p>
          <a:r>
            <a:rPr kumimoji="1" lang="en-US"/>
            <a:t>For each digit, create a dataset for binary classifier of "this digit vs. all other digits"</a:t>
          </a:r>
          <a:endParaRPr lang="en-US"/>
        </a:p>
      </dgm:t>
    </dgm:pt>
    <dgm:pt modelId="{2700B4BE-3311-4C5E-A8FC-1256116A91F9}" type="parTrans" cxnId="{0DC3D9B8-0C17-4677-B861-EDB017555424}">
      <dgm:prSet/>
      <dgm:spPr/>
      <dgm:t>
        <a:bodyPr/>
        <a:lstStyle/>
        <a:p>
          <a:endParaRPr lang="en-US"/>
        </a:p>
      </dgm:t>
    </dgm:pt>
    <dgm:pt modelId="{09277CAC-0B52-44C2-8238-B42CED20B1A8}" type="sibTrans" cxnId="{0DC3D9B8-0C17-4677-B861-EDB017555424}">
      <dgm:prSet/>
      <dgm:spPr/>
      <dgm:t>
        <a:bodyPr/>
        <a:lstStyle/>
        <a:p>
          <a:endParaRPr lang="en-US"/>
        </a:p>
      </dgm:t>
    </dgm:pt>
    <dgm:pt modelId="{29D2DA5B-79A7-4E10-9A9E-64CF9365531F}">
      <dgm:prSet/>
      <dgm:spPr/>
      <dgm:t>
        <a:bodyPr/>
        <a:lstStyle/>
        <a:p>
          <a:r>
            <a:rPr kumimoji="1" lang="en-US"/>
            <a:t>Train 10 different perceptrons for binary classification (one for each digit)</a:t>
          </a:r>
          <a:endParaRPr lang="en-US"/>
        </a:p>
      </dgm:t>
    </dgm:pt>
    <dgm:pt modelId="{839505AC-44A2-4FB6-866A-9CD03B03770C}" type="parTrans" cxnId="{BB72F749-165C-4CFE-B002-B2E3A355E874}">
      <dgm:prSet/>
      <dgm:spPr/>
      <dgm:t>
        <a:bodyPr/>
        <a:lstStyle/>
        <a:p>
          <a:endParaRPr lang="en-US"/>
        </a:p>
      </dgm:t>
    </dgm:pt>
    <dgm:pt modelId="{7D797EAC-F829-42F6-8D54-D26AEEDF23C4}" type="sibTrans" cxnId="{BB72F749-165C-4CFE-B002-B2E3A355E874}">
      <dgm:prSet/>
      <dgm:spPr/>
      <dgm:t>
        <a:bodyPr/>
        <a:lstStyle/>
        <a:p>
          <a:endParaRPr lang="en-US"/>
        </a:p>
      </dgm:t>
    </dgm:pt>
    <dgm:pt modelId="{EBA19F2F-8824-4AA9-AAE0-070A7FC2BAED}">
      <dgm:prSet/>
      <dgm:spPr/>
      <dgm:t>
        <a:bodyPr/>
        <a:lstStyle/>
        <a:p>
          <a:r>
            <a:rPr kumimoji="1" lang="en-US"/>
            <a:t>Define a function that will classify an input digit</a:t>
          </a:r>
          <a:endParaRPr lang="en-US"/>
        </a:p>
      </dgm:t>
    </dgm:pt>
    <dgm:pt modelId="{D6F4D62C-B482-4160-A21C-AAE784BE0EC5}" type="parTrans" cxnId="{BED6FC7E-7256-4897-B8A6-5112F7BC265F}">
      <dgm:prSet/>
      <dgm:spPr/>
      <dgm:t>
        <a:bodyPr/>
        <a:lstStyle/>
        <a:p>
          <a:endParaRPr lang="en-US"/>
        </a:p>
      </dgm:t>
    </dgm:pt>
    <dgm:pt modelId="{1887499C-62BE-403A-B229-6545F58FED54}" type="sibTrans" cxnId="{BED6FC7E-7256-4897-B8A6-5112F7BC265F}">
      <dgm:prSet/>
      <dgm:spPr/>
      <dgm:t>
        <a:bodyPr/>
        <a:lstStyle/>
        <a:p>
          <a:endParaRPr lang="en-US"/>
        </a:p>
      </dgm:t>
    </dgm:pt>
    <dgm:pt modelId="{57B1F411-9794-4255-B93D-5FA3570AEC95}">
      <dgm:prSet/>
      <dgm:spPr/>
      <dgm:t>
        <a:bodyPr/>
        <a:lstStyle/>
        <a:p>
          <a:r>
            <a:rPr kumimoji="1" lang="en-US" dirty="0"/>
            <a:t>If we combine weights of all 10 </a:t>
          </a:r>
          <a:r>
            <a:rPr kumimoji="1" lang="en-US" dirty="0" err="1"/>
            <a:t>perceptrons</a:t>
          </a:r>
          <a:r>
            <a:rPr kumimoji="1" lang="en-US" dirty="0"/>
            <a:t> into one matrix, we should be able to apply all 10 </a:t>
          </a:r>
          <a:r>
            <a:rPr kumimoji="1" lang="en-US" dirty="0" err="1"/>
            <a:t>perceptrons</a:t>
          </a:r>
          <a:r>
            <a:rPr kumimoji="1" lang="en-US" dirty="0"/>
            <a:t> to the input digits by one matrix multiplication</a:t>
          </a:r>
          <a:endParaRPr lang="en-US" dirty="0"/>
        </a:p>
      </dgm:t>
    </dgm:pt>
    <dgm:pt modelId="{E29E7E37-9DA4-4E78-B8EA-B493A8FB188D}" type="parTrans" cxnId="{9C0B9E9E-E03E-4D28-B25B-D7DF849786E4}">
      <dgm:prSet/>
      <dgm:spPr/>
      <dgm:t>
        <a:bodyPr/>
        <a:lstStyle/>
        <a:p>
          <a:endParaRPr lang="en-US"/>
        </a:p>
      </dgm:t>
    </dgm:pt>
    <dgm:pt modelId="{2650AF09-A75D-4986-98EB-801AEE9456F7}" type="sibTrans" cxnId="{9C0B9E9E-E03E-4D28-B25B-D7DF849786E4}">
      <dgm:prSet/>
      <dgm:spPr/>
      <dgm:t>
        <a:bodyPr/>
        <a:lstStyle/>
        <a:p>
          <a:endParaRPr lang="en-US"/>
        </a:p>
      </dgm:t>
    </dgm:pt>
    <dgm:pt modelId="{D6462084-9F13-4745-B019-6D9F31D4F4A3}">
      <dgm:prSet/>
      <dgm:spPr/>
      <dgm:t>
        <a:bodyPr/>
        <a:lstStyle/>
        <a:p>
          <a:r>
            <a:rPr kumimoji="1" lang="en-US"/>
            <a:t>Most probable digit can then be found just by applying argmax operation on the output</a:t>
          </a:r>
          <a:endParaRPr lang="en-US"/>
        </a:p>
      </dgm:t>
    </dgm:pt>
    <dgm:pt modelId="{F2747272-5985-4466-931B-4C4E70E40AB4}" type="parTrans" cxnId="{FA235D7A-4378-4952-9F80-AFADB06D1B61}">
      <dgm:prSet/>
      <dgm:spPr/>
      <dgm:t>
        <a:bodyPr/>
        <a:lstStyle/>
        <a:p>
          <a:endParaRPr lang="en-US"/>
        </a:p>
      </dgm:t>
    </dgm:pt>
    <dgm:pt modelId="{45F826A6-6B7E-4708-A663-21FCFA17C33D}" type="sibTrans" cxnId="{FA235D7A-4378-4952-9F80-AFADB06D1B61}">
      <dgm:prSet/>
      <dgm:spPr/>
      <dgm:t>
        <a:bodyPr/>
        <a:lstStyle/>
        <a:p>
          <a:endParaRPr lang="en-US"/>
        </a:p>
      </dgm:t>
    </dgm:pt>
    <dgm:pt modelId="{E42EFEB8-9C8D-8249-97E0-2BD646BB8F3E}" type="pres">
      <dgm:prSet presAssocID="{447CF6A8-D334-443C-98DA-18317C8077B5}" presName="linear" presStyleCnt="0">
        <dgm:presLayoutVars>
          <dgm:animLvl val="lvl"/>
          <dgm:resizeHandles val="exact"/>
        </dgm:presLayoutVars>
      </dgm:prSet>
      <dgm:spPr/>
    </dgm:pt>
    <dgm:pt modelId="{79A8E735-BF28-924D-811A-4903B2E771B4}" type="pres">
      <dgm:prSet presAssocID="{5FCEBA3B-EAF3-496F-B8C1-D0CA01561B0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7E99029-2BC9-0141-AA5E-A8A85FE1B7B1}" type="pres">
      <dgm:prSet presAssocID="{5FCEBA3B-EAF3-496F-B8C1-D0CA01561B0E}" presName="childText" presStyleLbl="revTx" presStyleIdx="0" presStyleCnt="2">
        <dgm:presLayoutVars>
          <dgm:bulletEnabled val="1"/>
        </dgm:presLayoutVars>
      </dgm:prSet>
      <dgm:spPr/>
    </dgm:pt>
    <dgm:pt modelId="{1145E1DE-77DA-9243-A305-780774831195}" type="pres">
      <dgm:prSet presAssocID="{27E483F0-B5C7-48DC-A276-15101F6F3C4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A45186E-705B-7544-BE08-9038615367B3}" type="pres">
      <dgm:prSet presAssocID="{27E483F0-B5C7-48DC-A276-15101F6F3C4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D53372C-A772-034A-A275-80CC467E08D2}" type="presOf" srcId="{B1DB92C5-8A5B-4A7C-93B3-A04B816D8E7C}" destId="{87E99029-2BC9-0141-AA5E-A8A85FE1B7B1}" srcOrd="0" destOrd="1" presId="urn:microsoft.com/office/officeart/2005/8/layout/vList2"/>
    <dgm:cxn modelId="{BB72F749-165C-4CFE-B002-B2E3A355E874}" srcId="{27E483F0-B5C7-48DC-A276-15101F6F3C47}" destId="{29D2DA5B-79A7-4E10-9A9E-64CF9365531F}" srcOrd="1" destOrd="0" parTransId="{839505AC-44A2-4FB6-866A-9CD03B03770C}" sibTransId="{7D797EAC-F829-42F6-8D54-D26AEEDF23C4}"/>
    <dgm:cxn modelId="{8EDBF452-ABF2-4E6A-AEC5-05430FC3D20C}" srcId="{447CF6A8-D334-443C-98DA-18317C8077B5}" destId="{27E483F0-B5C7-48DC-A276-15101F6F3C47}" srcOrd="1" destOrd="0" parTransId="{37EE5FCF-5AA8-4403-BF5A-4CBBEDC7836D}" sibTransId="{9D75F6AA-D130-49A6-A03B-FE9841AFFA0E}"/>
    <dgm:cxn modelId="{5E0A1959-DFF4-654D-A443-963FEEC4305B}" type="presOf" srcId="{447CF6A8-D334-443C-98DA-18317C8077B5}" destId="{E42EFEB8-9C8D-8249-97E0-2BD646BB8F3E}" srcOrd="0" destOrd="0" presId="urn:microsoft.com/office/officeart/2005/8/layout/vList2"/>
    <dgm:cxn modelId="{12FB9066-5030-CA46-8879-003E3412272A}" type="presOf" srcId="{29D2DA5B-79A7-4E10-9A9E-64CF9365531F}" destId="{DA45186E-705B-7544-BE08-9038615367B3}" srcOrd="0" destOrd="1" presId="urn:microsoft.com/office/officeart/2005/8/layout/vList2"/>
    <dgm:cxn modelId="{D3401D6A-06CA-114F-A562-2489C79ACDBB}" type="presOf" srcId="{57B1F411-9794-4255-B93D-5FA3570AEC95}" destId="{DA45186E-705B-7544-BE08-9038615367B3}" srcOrd="0" destOrd="3" presId="urn:microsoft.com/office/officeart/2005/8/layout/vList2"/>
    <dgm:cxn modelId="{3ADD0D72-B424-4D5C-8D7F-8971C453E3C9}" srcId="{447CF6A8-D334-443C-98DA-18317C8077B5}" destId="{5FCEBA3B-EAF3-496F-B8C1-D0CA01561B0E}" srcOrd="0" destOrd="0" parTransId="{EE206B49-5412-45B3-A98E-AC3BC7026194}" sibTransId="{3CDE909A-42D4-4DCF-88FB-47CAD94E1A4F}"/>
    <dgm:cxn modelId="{B269F573-5D2E-2847-B378-E960FFA33279}" type="presOf" srcId="{D6462084-9F13-4745-B019-6D9F31D4F4A3}" destId="{DA45186E-705B-7544-BE08-9038615367B3}" srcOrd="0" destOrd="4" presId="urn:microsoft.com/office/officeart/2005/8/layout/vList2"/>
    <dgm:cxn modelId="{FA235D7A-4378-4952-9F80-AFADB06D1B61}" srcId="{27E483F0-B5C7-48DC-A276-15101F6F3C47}" destId="{D6462084-9F13-4745-B019-6D9F31D4F4A3}" srcOrd="4" destOrd="0" parTransId="{F2747272-5985-4466-931B-4C4E70E40AB4}" sibTransId="{45F826A6-6B7E-4708-A663-21FCFA17C33D}"/>
    <dgm:cxn modelId="{BED6FC7E-7256-4897-B8A6-5112F7BC265F}" srcId="{27E483F0-B5C7-48DC-A276-15101F6F3C47}" destId="{EBA19F2F-8824-4AA9-AAE0-070A7FC2BAED}" srcOrd="2" destOrd="0" parTransId="{D6F4D62C-B482-4160-A21C-AAE784BE0EC5}" sibTransId="{1887499C-62BE-403A-B229-6545F58FED54}"/>
    <dgm:cxn modelId="{8C21528A-FA5A-4F17-910E-8E46531306F5}" srcId="{5FCEBA3B-EAF3-496F-B8C1-D0CA01561B0E}" destId="{20665733-FFA8-47E6-96B2-D35C7F044025}" srcOrd="0" destOrd="0" parTransId="{0D6FB3A8-6DBF-415A-A4E4-39F9F7BF073C}" sibTransId="{B5CD55EB-7E48-47F0-AE5C-D956B4D54D84}"/>
    <dgm:cxn modelId="{5C110B90-9AC7-5C48-84F1-64DA4A2015FA}" type="presOf" srcId="{20665733-FFA8-47E6-96B2-D35C7F044025}" destId="{87E99029-2BC9-0141-AA5E-A8A85FE1B7B1}" srcOrd="0" destOrd="0" presId="urn:microsoft.com/office/officeart/2005/8/layout/vList2"/>
    <dgm:cxn modelId="{9C0B9E9E-E03E-4D28-B25B-D7DF849786E4}" srcId="{27E483F0-B5C7-48DC-A276-15101F6F3C47}" destId="{57B1F411-9794-4255-B93D-5FA3570AEC95}" srcOrd="3" destOrd="0" parTransId="{E29E7E37-9DA4-4E78-B8EA-B493A8FB188D}" sibTransId="{2650AF09-A75D-4986-98EB-801AEE9456F7}"/>
    <dgm:cxn modelId="{91205EB2-712B-E14C-B6F3-6145F2BD8C32}" type="presOf" srcId="{EBA19F2F-8824-4AA9-AAE0-070A7FC2BAED}" destId="{DA45186E-705B-7544-BE08-9038615367B3}" srcOrd="0" destOrd="2" presId="urn:microsoft.com/office/officeart/2005/8/layout/vList2"/>
    <dgm:cxn modelId="{0DC3D9B8-0C17-4677-B861-EDB017555424}" srcId="{27E483F0-B5C7-48DC-A276-15101F6F3C47}" destId="{FC5C0A86-B5A6-4E06-A9E2-556F196738EF}" srcOrd="0" destOrd="0" parTransId="{2700B4BE-3311-4C5E-A8FC-1256116A91F9}" sibTransId="{09277CAC-0B52-44C2-8238-B42CED20B1A8}"/>
    <dgm:cxn modelId="{1C9972C6-2CEF-A841-82FB-520D2D626DAB}" type="presOf" srcId="{27E483F0-B5C7-48DC-A276-15101F6F3C47}" destId="{1145E1DE-77DA-9243-A305-780774831195}" srcOrd="0" destOrd="0" presId="urn:microsoft.com/office/officeart/2005/8/layout/vList2"/>
    <dgm:cxn modelId="{4EFBA8D0-5B70-4CC6-B7C5-B7A72521111F}" srcId="{5FCEBA3B-EAF3-496F-B8C1-D0CA01561B0E}" destId="{B1DB92C5-8A5B-4A7C-93B3-A04B816D8E7C}" srcOrd="1" destOrd="0" parTransId="{9A197C12-AF2E-4E8C-BBBE-1D743AB5B79F}" sibTransId="{E21969CC-2A4D-40E8-9A0D-6EC63792284E}"/>
    <dgm:cxn modelId="{CE42E5EA-7719-D44A-8A8B-0F373A7DB36D}" type="presOf" srcId="{5FCEBA3B-EAF3-496F-B8C1-D0CA01561B0E}" destId="{79A8E735-BF28-924D-811A-4903B2E771B4}" srcOrd="0" destOrd="0" presId="urn:microsoft.com/office/officeart/2005/8/layout/vList2"/>
    <dgm:cxn modelId="{E88D91F7-E954-C947-89B2-93A55B9DC4B6}" type="presOf" srcId="{FC5C0A86-B5A6-4E06-A9E2-556F196738EF}" destId="{DA45186E-705B-7544-BE08-9038615367B3}" srcOrd="0" destOrd="0" presId="urn:microsoft.com/office/officeart/2005/8/layout/vList2"/>
    <dgm:cxn modelId="{C3EDF622-7F97-5740-8E0B-1F7A26B061F8}" type="presParOf" srcId="{E42EFEB8-9C8D-8249-97E0-2BD646BB8F3E}" destId="{79A8E735-BF28-924D-811A-4903B2E771B4}" srcOrd="0" destOrd="0" presId="urn:microsoft.com/office/officeart/2005/8/layout/vList2"/>
    <dgm:cxn modelId="{1880E2A7-1EF0-2640-BD10-082E44BC8B01}" type="presParOf" srcId="{E42EFEB8-9C8D-8249-97E0-2BD646BB8F3E}" destId="{87E99029-2BC9-0141-AA5E-A8A85FE1B7B1}" srcOrd="1" destOrd="0" presId="urn:microsoft.com/office/officeart/2005/8/layout/vList2"/>
    <dgm:cxn modelId="{341E2B58-5190-6E4E-BF14-643EEEDFEAE6}" type="presParOf" srcId="{E42EFEB8-9C8D-8249-97E0-2BD646BB8F3E}" destId="{1145E1DE-77DA-9243-A305-780774831195}" srcOrd="2" destOrd="0" presId="urn:microsoft.com/office/officeart/2005/8/layout/vList2"/>
    <dgm:cxn modelId="{6FB0D0DE-73DE-7C47-BDA4-051CE086D018}" type="presParOf" srcId="{E42EFEB8-9C8D-8249-97E0-2BD646BB8F3E}" destId="{DA45186E-705B-7544-BE08-9038615367B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3090D8-700E-4EAB-99C8-476485626E3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09BDE1-C14E-4BD2-AB13-7132F7746608}">
      <dgm:prSet/>
      <dgm:spPr/>
      <dgm:t>
        <a:bodyPr/>
        <a:lstStyle/>
        <a:p>
          <a:pPr>
            <a:defRPr b="1"/>
          </a:pPr>
          <a:r>
            <a:rPr kumimoji="1" lang="en-US"/>
            <a:t>One-layered perceptron:</a:t>
          </a:r>
          <a:endParaRPr lang="en-US"/>
        </a:p>
      </dgm:t>
    </dgm:pt>
    <dgm:pt modelId="{8AF3772B-E806-476E-A7B1-F59DE1D7B6B9}" type="parTrans" cxnId="{718308C6-A6F9-4970-BD2D-89A1F0A8D726}">
      <dgm:prSet/>
      <dgm:spPr/>
      <dgm:t>
        <a:bodyPr/>
        <a:lstStyle/>
        <a:p>
          <a:endParaRPr lang="en-US"/>
        </a:p>
      </dgm:t>
    </dgm:pt>
    <dgm:pt modelId="{BE0E64E1-67DD-4462-B940-02A20B41ECCA}" type="sibTrans" cxnId="{718308C6-A6F9-4970-BD2D-89A1F0A8D726}">
      <dgm:prSet/>
      <dgm:spPr/>
      <dgm:t>
        <a:bodyPr/>
        <a:lstStyle/>
        <a:p>
          <a:endParaRPr lang="en-US"/>
        </a:p>
      </dgm:t>
    </dgm:pt>
    <dgm:pt modelId="{9022A201-5EE1-430F-A1B5-B53BF805A235}">
      <dgm:prSet custT="1"/>
      <dgm:spPr/>
      <dgm:t>
        <a:bodyPr/>
        <a:lstStyle/>
        <a:p>
          <a:r>
            <a:rPr kumimoji="1" lang="en-US" sz="1600" dirty="0"/>
            <a:t>the simplest neural network model</a:t>
          </a:r>
          <a:endParaRPr lang="en-US" sz="1600" dirty="0"/>
        </a:p>
      </dgm:t>
    </dgm:pt>
    <dgm:pt modelId="{0E3E46DF-B58F-4859-9B50-67D55C2F492F}" type="parTrans" cxnId="{69579F8F-D927-42F4-A4A6-98B7FFF72BCA}">
      <dgm:prSet/>
      <dgm:spPr/>
      <dgm:t>
        <a:bodyPr/>
        <a:lstStyle/>
        <a:p>
          <a:endParaRPr lang="en-US"/>
        </a:p>
      </dgm:t>
    </dgm:pt>
    <dgm:pt modelId="{7868B4B2-215F-439D-A0C8-4CE704AF439E}" type="sibTrans" cxnId="{69579F8F-D927-42F4-A4A6-98B7FFF72BCA}">
      <dgm:prSet/>
      <dgm:spPr/>
      <dgm:t>
        <a:bodyPr/>
        <a:lstStyle/>
        <a:p>
          <a:endParaRPr lang="en-US"/>
        </a:p>
      </dgm:t>
    </dgm:pt>
    <dgm:pt modelId="{1FF439DF-BB9F-49E3-9988-DC7DD32D1E4B}">
      <dgm:prSet custT="1"/>
      <dgm:spPr/>
      <dgm:t>
        <a:bodyPr/>
        <a:lstStyle/>
        <a:p>
          <a:r>
            <a:rPr kumimoji="1" lang="en-US" sz="1600"/>
            <a:t>a linear two-class classification model</a:t>
          </a:r>
          <a:endParaRPr lang="en-US" sz="1600"/>
        </a:p>
      </dgm:t>
    </dgm:pt>
    <dgm:pt modelId="{6150FD0E-D4BA-4D9D-800B-72F4F25DCD7C}" type="parTrans" cxnId="{4C380443-9774-4C1D-8CBD-D98CAD03C74E}">
      <dgm:prSet/>
      <dgm:spPr/>
      <dgm:t>
        <a:bodyPr/>
        <a:lstStyle/>
        <a:p>
          <a:endParaRPr lang="en-US"/>
        </a:p>
      </dgm:t>
    </dgm:pt>
    <dgm:pt modelId="{99F54FE7-798F-4C7D-8E31-F5033D11D8F1}" type="sibTrans" cxnId="{4C380443-9774-4C1D-8CBD-D98CAD03C74E}">
      <dgm:prSet/>
      <dgm:spPr/>
      <dgm:t>
        <a:bodyPr/>
        <a:lstStyle/>
        <a:p>
          <a:endParaRPr lang="en-US"/>
        </a:p>
      </dgm:t>
    </dgm:pt>
    <dgm:pt modelId="{0BB3F4D8-AF2B-4BCB-B1EF-07277D1F527A}">
      <dgm:prSet/>
      <dgm:spPr/>
      <dgm:t>
        <a:bodyPr/>
        <a:lstStyle/>
        <a:p>
          <a:pPr>
            <a:defRPr b="1"/>
          </a:pPr>
          <a:r>
            <a:rPr kumimoji="1" lang="en-US" dirty="0"/>
            <a:t>We will extend this model into a more flexible framework, allowing us to:</a:t>
          </a:r>
          <a:endParaRPr lang="en-US" dirty="0"/>
        </a:p>
      </dgm:t>
    </dgm:pt>
    <dgm:pt modelId="{6AF8B22F-2614-4A26-B0C2-2210E427E14C}" type="parTrans" cxnId="{4DD6F69A-1AA3-4C66-B5B3-838868867BD8}">
      <dgm:prSet/>
      <dgm:spPr/>
      <dgm:t>
        <a:bodyPr/>
        <a:lstStyle/>
        <a:p>
          <a:endParaRPr lang="en-US"/>
        </a:p>
      </dgm:t>
    </dgm:pt>
    <dgm:pt modelId="{F506CDAB-64A3-43A0-A457-1ECCDFDFFF21}" type="sibTrans" cxnId="{4DD6F69A-1AA3-4C66-B5B3-838868867BD8}">
      <dgm:prSet/>
      <dgm:spPr/>
      <dgm:t>
        <a:bodyPr/>
        <a:lstStyle/>
        <a:p>
          <a:endParaRPr lang="en-US"/>
        </a:p>
      </dgm:t>
    </dgm:pt>
    <dgm:pt modelId="{5ADF2258-DEAD-4FD0-882A-BAE81DA8B3BC}">
      <dgm:prSet custT="1"/>
      <dgm:spPr/>
      <dgm:t>
        <a:bodyPr/>
        <a:lstStyle/>
        <a:p>
          <a:r>
            <a:rPr kumimoji="1" lang="en-US" sz="1600" dirty="0"/>
            <a:t>perform multi-class classification in addition to two-class</a:t>
          </a:r>
          <a:endParaRPr lang="en-US" sz="1600" dirty="0"/>
        </a:p>
      </dgm:t>
    </dgm:pt>
    <dgm:pt modelId="{F7CDF0D4-2B95-44B7-A8A0-C49ACBC34F64}" type="parTrans" cxnId="{7B67CAE1-2AC3-4F5F-BAD2-E324F6B69A8B}">
      <dgm:prSet/>
      <dgm:spPr/>
      <dgm:t>
        <a:bodyPr/>
        <a:lstStyle/>
        <a:p>
          <a:endParaRPr lang="en-US"/>
        </a:p>
      </dgm:t>
    </dgm:pt>
    <dgm:pt modelId="{1398011C-8AD9-466A-82DF-93D582C1F56F}" type="sibTrans" cxnId="{7B67CAE1-2AC3-4F5F-BAD2-E324F6B69A8B}">
      <dgm:prSet/>
      <dgm:spPr/>
      <dgm:t>
        <a:bodyPr/>
        <a:lstStyle/>
        <a:p>
          <a:endParaRPr lang="en-US"/>
        </a:p>
      </dgm:t>
    </dgm:pt>
    <dgm:pt modelId="{6F557334-6E1C-4C3F-90C4-C22C9B1BED70}">
      <dgm:prSet custT="1"/>
      <dgm:spPr/>
      <dgm:t>
        <a:bodyPr/>
        <a:lstStyle/>
        <a:p>
          <a:r>
            <a:rPr kumimoji="1" lang="en-US" sz="1600" dirty="0"/>
            <a:t>solve regression problems in addition to classification</a:t>
          </a:r>
          <a:endParaRPr lang="en-US" sz="1600" dirty="0"/>
        </a:p>
      </dgm:t>
    </dgm:pt>
    <dgm:pt modelId="{DFDDC55C-2998-444D-98E0-4FCBC3635F21}" type="parTrans" cxnId="{A8D68EF5-A925-42D1-8F65-3FC86AC654E7}">
      <dgm:prSet/>
      <dgm:spPr/>
      <dgm:t>
        <a:bodyPr/>
        <a:lstStyle/>
        <a:p>
          <a:endParaRPr lang="en-US"/>
        </a:p>
      </dgm:t>
    </dgm:pt>
    <dgm:pt modelId="{B5E91B6B-8206-489C-ABE8-E0D687E029F6}" type="sibTrans" cxnId="{A8D68EF5-A925-42D1-8F65-3FC86AC654E7}">
      <dgm:prSet/>
      <dgm:spPr/>
      <dgm:t>
        <a:bodyPr/>
        <a:lstStyle/>
        <a:p>
          <a:endParaRPr lang="en-US"/>
        </a:p>
      </dgm:t>
    </dgm:pt>
    <dgm:pt modelId="{BC917F4C-2BA3-49FD-A443-A69563321756}">
      <dgm:prSet custT="1"/>
      <dgm:spPr/>
      <dgm:t>
        <a:bodyPr/>
        <a:lstStyle/>
        <a:p>
          <a:r>
            <a:rPr kumimoji="1" lang="en-US" sz="1600"/>
            <a:t>separate classes that are not linearly separable</a:t>
          </a:r>
          <a:endParaRPr lang="en-US" sz="1600"/>
        </a:p>
      </dgm:t>
    </dgm:pt>
    <dgm:pt modelId="{6F9DEB81-256B-4E0D-A70F-D00196835E57}" type="parTrans" cxnId="{4348427C-6CC5-40F8-B66E-E973C8537329}">
      <dgm:prSet/>
      <dgm:spPr/>
      <dgm:t>
        <a:bodyPr/>
        <a:lstStyle/>
        <a:p>
          <a:endParaRPr lang="en-US"/>
        </a:p>
      </dgm:t>
    </dgm:pt>
    <dgm:pt modelId="{D31ADADC-F28F-4FA7-9D91-EEB2638E1233}" type="sibTrans" cxnId="{4348427C-6CC5-40F8-B66E-E973C8537329}">
      <dgm:prSet/>
      <dgm:spPr/>
      <dgm:t>
        <a:bodyPr/>
        <a:lstStyle/>
        <a:p>
          <a:endParaRPr lang="en-US"/>
        </a:p>
      </dgm:t>
    </dgm:pt>
    <dgm:pt modelId="{6D5FFD2F-62F1-4C0A-A1FA-32B995BF401E}" type="pres">
      <dgm:prSet presAssocID="{253090D8-700E-4EAB-99C8-476485626E32}" presName="root" presStyleCnt="0">
        <dgm:presLayoutVars>
          <dgm:dir/>
          <dgm:resizeHandles val="exact"/>
        </dgm:presLayoutVars>
      </dgm:prSet>
      <dgm:spPr/>
    </dgm:pt>
    <dgm:pt modelId="{E35EABB1-EE47-4F3C-B260-61AA9FCA56D6}" type="pres">
      <dgm:prSet presAssocID="{6B09BDE1-C14E-4BD2-AB13-7132F7746608}" presName="compNode" presStyleCnt="0"/>
      <dgm:spPr/>
    </dgm:pt>
    <dgm:pt modelId="{FB09E02A-7200-4553-9485-9FD5D2EDA2BB}" type="pres">
      <dgm:prSet presAssocID="{6B09BDE1-C14E-4BD2-AB13-7132F774660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네트워크"/>
        </a:ext>
      </dgm:extLst>
    </dgm:pt>
    <dgm:pt modelId="{D952F509-9451-4FE0-A8C8-5B4621B72D55}" type="pres">
      <dgm:prSet presAssocID="{6B09BDE1-C14E-4BD2-AB13-7132F7746608}" presName="iconSpace" presStyleCnt="0"/>
      <dgm:spPr/>
    </dgm:pt>
    <dgm:pt modelId="{BCFDEB9F-0B5D-4522-A092-3CB23EA3F3BC}" type="pres">
      <dgm:prSet presAssocID="{6B09BDE1-C14E-4BD2-AB13-7132F7746608}" presName="parTx" presStyleLbl="revTx" presStyleIdx="0" presStyleCnt="4">
        <dgm:presLayoutVars>
          <dgm:chMax val="0"/>
          <dgm:chPref val="0"/>
        </dgm:presLayoutVars>
      </dgm:prSet>
      <dgm:spPr/>
    </dgm:pt>
    <dgm:pt modelId="{CF9FB82B-40E1-43BD-B872-E6035C5B63A9}" type="pres">
      <dgm:prSet presAssocID="{6B09BDE1-C14E-4BD2-AB13-7132F7746608}" presName="txSpace" presStyleCnt="0"/>
      <dgm:spPr/>
    </dgm:pt>
    <dgm:pt modelId="{D9585A0A-27B6-4697-828D-AB2229C7AB19}" type="pres">
      <dgm:prSet presAssocID="{6B09BDE1-C14E-4BD2-AB13-7132F7746608}" presName="desTx" presStyleLbl="revTx" presStyleIdx="1" presStyleCnt="4">
        <dgm:presLayoutVars/>
      </dgm:prSet>
      <dgm:spPr/>
    </dgm:pt>
    <dgm:pt modelId="{C154D44A-79A6-4C7E-917C-41BF0197CC7B}" type="pres">
      <dgm:prSet presAssocID="{BE0E64E1-67DD-4462-B940-02A20B41ECCA}" presName="sibTrans" presStyleCnt="0"/>
      <dgm:spPr/>
    </dgm:pt>
    <dgm:pt modelId="{54686E20-A222-4189-A443-F5F586DEE0CE}" type="pres">
      <dgm:prSet presAssocID="{0BB3F4D8-AF2B-4BCB-B1EF-07277D1F527A}" presName="compNode" presStyleCnt="0"/>
      <dgm:spPr/>
    </dgm:pt>
    <dgm:pt modelId="{75D53BF4-E326-4C4D-A5BE-7C22FED75FDC}" type="pres">
      <dgm:prSet presAssocID="{0BB3F4D8-AF2B-4BCB-B1EF-07277D1F527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순서도"/>
        </a:ext>
      </dgm:extLst>
    </dgm:pt>
    <dgm:pt modelId="{B63A8419-05BF-49A9-8FE6-8A157CCADDF6}" type="pres">
      <dgm:prSet presAssocID="{0BB3F4D8-AF2B-4BCB-B1EF-07277D1F527A}" presName="iconSpace" presStyleCnt="0"/>
      <dgm:spPr/>
    </dgm:pt>
    <dgm:pt modelId="{D54EA38E-D978-46CA-8C78-6D7BEA2EE5D7}" type="pres">
      <dgm:prSet presAssocID="{0BB3F4D8-AF2B-4BCB-B1EF-07277D1F527A}" presName="parTx" presStyleLbl="revTx" presStyleIdx="2" presStyleCnt="4">
        <dgm:presLayoutVars>
          <dgm:chMax val="0"/>
          <dgm:chPref val="0"/>
        </dgm:presLayoutVars>
      </dgm:prSet>
      <dgm:spPr/>
    </dgm:pt>
    <dgm:pt modelId="{96F8F6F9-9D10-4018-96FC-EAF45D2FC0F8}" type="pres">
      <dgm:prSet presAssocID="{0BB3F4D8-AF2B-4BCB-B1EF-07277D1F527A}" presName="txSpace" presStyleCnt="0"/>
      <dgm:spPr/>
    </dgm:pt>
    <dgm:pt modelId="{3DD86831-30C5-4FF8-B22A-43DE5E71885F}" type="pres">
      <dgm:prSet presAssocID="{0BB3F4D8-AF2B-4BCB-B1EF-07277D1F527A}" presName="desTx" presStyleLbl="revTx" presStyleIdx="3" presStyleCnt="4">
        <dgm:presLayoutVars/>
      </dgm:prSet>
      <dgm:spPr/>
    </dgm:pt>
  </dgm:ptLst>
  <dgm:cxnLst>
    <dgm:cxn modelId="{D31AB810-C3B7-4040-BA86-43A75BA05739}" type="presOf" srcId="{6B09BDE1-C14E-4BD2-AB13-7132F7746608}" destId="{BCFDEB9F-0B5D-4522-A092-3CB23EA3F3BC}" srcOrd="0" destOrd="0" presId="urn:microsoft.com/office/officeart/2018/2/layout/IconLabelDescriptionList"/>
    <dgm:cxn modelId="{E0C1F617-A549-465F-83FC-D55067FF8524}" type="presOf" srcId="{253090D8-700E-4EAB-99C8-476485626E32}" destId="{6D5FFD2F-62F1-4C0A-A1FA-32B995BF401E}" srcOrd="0" destOrd="0" presId="urn:microsoft.com/office/officeart/2018/2/layout/IconLabelDescriptionList"/>
    <dgm:cxn modelId="{F1AA752F-2018-428A-8821-C8041BA26FE3}" type="presOf" srcId="{0BB3F4D8-AF2B-4BCB-B1EF-07277D1F527A}" destId="{D54EA38E-D978-46CA-8C78-6D7BEA2EE5D7}" srcOrd="0" destOrd="0" presId="urn:microsoft.com/office/officeart/2018/2/layout/IconLabelDescriptionList"/>
    <dgm:cxn modelId="{4C380443-9774-4C1D-8CBD-D98CAD03C74E}" srcId="{6B09BDE1-C14E-4BD2-AB13-7132F7746608}" destId="{1FF439DF-BB9F-49E3-9988-DC7DD32D1E4B}" srcOrd="1" destOrd="0" parTransId="{6150FD0E-D4BA-4D9D-800B-72F4F25DCD7C}" sibTransId="{99F54FE7-798F-4C7D-8E31-F5033D11D8F1}"/>
    <dgm:cxn modelId="{60C11C5F-45E7-492D-9412-607CD418E11D}" type="presOf" srcId="{1FF439DF-BB9F-49E3-9988-DC7DD32D1E4B}" destId="{D9585A0A-27B6-4697-828D-AB2229C7AB19}" srcOrd="0" destOrd="1" presId="urn:microsoft.com/office/officeart/2018/2/layout/IconLabelDescriptionList"/>
    <dgm:cxn modelId="{C5CCB76E-1E2F-4EC4-BE1D-DDCD0DD7159D}" type="presOf" srcId="{6F557334-6E1C-4C3F-90C4-C22C9B1BED70}" destId="{3DD86831-30C5-4FF8-B22A-43DE5E71885F}" srcOrd="0" destOrd="1" presId="urn:microsoft.com/office/officeart/2018/2/layout/IconLabelDescriptionList"/>
    <dgm:cxn modelId="{4348427C-6CC5-40F8-B66E-E973C8537329}" srcId="{0BB3F4D8-AF2B-4BCB-B1EF-07277D1F527A}" destId="{BC917F4C-2BA3-49FD-A443-A69563321756}" srcOrd="2" destOrd="0" parTransId="{6F9DEB81-256B-4E0D-A70F-D00196835E57}" sibTransId="{D31ADADC-F28F-4FA7-9D91-EEB2638E1233}"/>
    <dgm:cxn modelId="{84441F8C-81C0-4DD4-A960-B2AD9325959C}" type="presOf" srcId="{BC917F4C-2BA3-49FD-A443-A69563321756}" destId="{3DD86831-30C5-4FF8-B22A-43DE5E71885F}" srcOrd="0" destOrd="2" presId="urn:microsoft.com/office/officeart/2018/2/layout/IconLabelDescriptionList"/>
    <dgm:cxn modelId="{69579F8F-D927-42F4-A4A6-98B7FFF72BCA}" srcId="{6B09BDE1-C14E-4BD2-AB13-7132F7746608}" destId="{9022A201-5EE1-430F-A1B5-B53BF805A235}" srcOrd="0" destOrd="0" parTransId="{0E3E46DF-B58F-4859-9B50-67D55C2F492F}" sibTransId="{7868B4B2-215F-439D-A0C8-4CE704AF439E}"/>
    <dgm:cxn modelId="{4DD6F69A-1AA3-4C66-B5B3-838868867BD8}" srcId="{253090D8-700E-4EAB-99C8-476485626E32}" destId="{0BB3F4D8-AF2B-4BCB-B1EF-07277D1F527A}" srcOrd="1" destOrd="0" parTransId="{6AF8B22F-2614-4A26-B0C2-2210E427E14C}" sibTransId="{F506CDAB-64A3-43A0-A457-1ECCDFDFFF21}"/>
    <dgm:cxn modelId="{718308C6-A6F9-4970-BD2D-89A1F0A8D726}" srcId="{253090D8-700E-4EAB-99C8-476485626E32}" destId="{6B09BDE1-C14E-4BD2-AB13-7132F7746608}" srcOrd="0" destOrd="0" parTransId="{8AF3772B-E806-476E-A7B1-F59DE1D7B6B9}" sibTransId="{BE0E64E1-67DD-4462-B940-02A20B41ECCA}"/>
    <dgm:cxn modelId="{9A0347CA-46BD-4075-A789-69298E38F4D1}" type="presOf" srcId="{9022A201-5EE1-430F-A1B5-B53BF805A235}" destId="{D9585A0A-27B6-4697-828D-AB2229C7AB19}" srcOrd="0" destOrd="0" presId="urn:microsoft.com/office/officeart/2018/2/layout/IconLabelDescriptionList"/>
    <dgm:cxn modelId="{7B67CAE1-2AC3-4F5F-BAD2-E324F6B69A8B}" srcId="{0BB3F4D8-AF2B-4BCB-B1EF-07277D1F527A}" destId="{5ADF2258-DEAD-4FD0-882A-BAE81DA8B3BC}" srcOrd="0" destOrd="0" parTransId="{F7CDF0D4-2B95-44B7-A8A0-C49ACBC34F64}" sibTransId="{1398011C-8AD9-466A-82DF-93D582C1F56F}"/>
    <dgm:cxn modelId="{143424EC-D818-41C4-A46A-EB612F5E46E7}" type="presOf" srcId="{5ADF2258-DEAD-4FD0-882A-BAE81DA8B3BC}" destId="{3DD86831-30C5-4FF8-B22A-43DE5E71885F}" srcOrd="0" destOrd="0" presId="urn:microsoft.com/office/officeart/2018/2/layout/IconLabelDescriptionList"/>
    <dgm:cxn modelId="{A8D68EF5-A925-42D1-8F65-3FC86AC654E7}" srcId="{0BB3F4D8-AF2B-4BCB-B1EF-07277D1F527A}" destId="{6F557334-6E1C-4C3F-90C4-C22C9B1BED70}" srcOrd="1" destOrd="0" parTransId="{DFDDC55C-2998-444D-98E0-4FCBC3635F21}" sibTransId="{B5E91B6B-8206-489C-ABE8-E0D687E029F6}"/>
    <dgm:cxn modelId="{EF35E3AF-D258-46D1-8BEF-39D2E77923A6}" type="presParOf" srcId="{6D5FFD2F-62F1-4C0A-A1FA-32B995BF401E}" destId="{E35EABB1-EE47-4F3C-B260-61AA9FCA56D6}" srcOrd="0" destOrd="0" presId="urn:microsoft.com/office/officeart/2018/2/layout/IconLabelDescriptionList"/>
    <dgm:cxn modelId="{DF611665-AA2B-483E-8E22-C33FDE505D1E}" type="presParOf" srcId="{E35EABB1-EE47-4F3C-B260-61AA9FCA56D6}" destId="{FB09E02A-7200-4553-9485-9FD5D2EDA2BB}" srcOrd="0" destOrd="0" presId="urn:microsoft.com/office/officeart/2018/2/layout/IconLabelDescriptionList"/>
    <dgm:cxn modelId="{3C2AFAEE-15D3-4271-9A1D-A399911CA3A7}" type="presParOf" srcId="{E35EABB1-EE47-4F3C-B260-61AA9FCA56D6}" destId="{D952F509-9451-4FE0-A8C8-5B4621B72D55}" srcOrd="1" destOrd="0" presId="urn:microsoft.com/office/officeart/2018/2/layout/IconLabelDescriptionList"/>
    <dgm:cxn modelId="{DE14F550-54B1-43A9-9D53-E6715DE57AF0}" type="presParOf" srcId="{E35EABB1-EE47-4F3C-B260-61AA9FCA56D6}" destId="{BCFDEB9F-0B5D-4522-A092-3CB23EA3F3BC}" srcOrd="2" destOrd="0" presId="urn:microsoft.com/office/officeart/2018/2/layout/IconLabelDescriptionList"/>
    <dgm:cxn modelId="{86F89028-95F4-4BD3-BE30-12A434C33C91}" type="presParOf" srcId="{E35EABB1-EE47-4F3C-B260-61AA9FCA56D6}" destId="{CF9FB82B-40E1-43BD-B872-E6035C5B63A9}" srcOrd="3" destOrd="0" presId="urn:microsoft.com/office/officeart/2018/2/layout/IconLabelDescriptionList"/>
    <dgm:cxn modelId="{55583120-E6E7-4AF3-8F13-7FF8D37F076B}" type="presParOf" srcId="{E35EABB1-EE47-4F3C-B260-61AA9FCA56D6}" destId="{D9585A0A-27B6-4697-828D-AB2229C7AB19}" srcOrd="4" destOrd="0" presId="urn:microsoft.com/office/officeart/2018/2/layout/IconLabelDescriptionList"/>
    <dgm:cxn modelId="{AA211651-5C25-4CC2-891F-63A90A5FB892}" type="presParOf" srcId="{6D5FFD2F-62F1-4C0A-A1FA-32B995BF401E}" destId="{C154D44A-79A6-4C7E-917C-41BF0197CC7B}" srcOrd="1" destOrd="0" presId="urn:microsoft.com/office/officeart/2018/2/layout/IconLabelDescriptionList"/>
    <dgm:cxn modelId="{F8A1740D-FC01-4B1D-9A85-8799037984B3}" type="presParOf" srcId="{6D5FFD2F-62F1-4C0A-A1FA-32B995BF401E}" destId="{54686E20-A222-4189-A443-F5F586DEE0CE}" srcOrd="2" destOrd="0" presId="urn:microsoft.com/office/officeart/2018/2/layout/IconLabelDescriptionList"/>
    <dgm:cxn modelId="{D73CC3F0-2C8C-4E38-96D5-B6FA421BD1AA}" type="presParOf" srcId="{54686E20-A222-4189-A443-F5F586DEE0CE}" destId="{75D53BF4-E326-4C4D-A5BE-7C22FED75FDC}" srcOrd="0" destOrd="0" presId="urn:microsoft.com/office/officeart/2018/2/layout/IconLabelDescriptionList"/>
    <dgm:cxn modelId="{FEECF041-D93D-45D8-86D5-7931A538B9E6}" type="presParOf" srcId="{54686E20-A222-4189-A443-F5F586DEE0CE}" destId="{B63A8419-05BF-49A9-8FE6-8A157CCADDF6}" srcOrd="1" destOrd="0" presId="urn:microsoft.com/office/officeart/2018/2/layout/IconLabelDescriptionList"/>
    <dgm:cxn modelId="{9D24B4D5-1600-4C18-A309-603F0D87655D}" type="presParOf" srcId="{54686E20-A222-4189-A443-F5F586DEE0CE}" destId="{D54EA38E-D978-46CA-8C78-6D7BEA2EE5D7}" srcOrd="2" destOrd="0" presId="urn:microsoft.com/office/officeart/2018/2/layout/IconLabelDescriptionList"/>
    <dgm:cxn modelId="{8C8C8B99-EDEC-493F-B095-5A9989B40DAA}" type="presParOf" srcId="{54686E20-A222-4189-A443-F5F586DEE0CE}" destId="{96F8F6F9-9D10-4018-96FC-EAF45D2FC0F8}" srcOrd="3" destOrd="0" presId="urn:microsoft.com/office/officeart/2018/2/layout/IconLabelDescriptionList"/>
    <dgm:cxn modelId="{F6C2230E-97A4-41EE-9B4D-AC1CB73BAA84}" type="presParOf" srcId="{54686E20-A222-4189-A443-F5F586DEE0CE}" destId="{3DD86831-30C5-4FF8-B22A-43DE5E71885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1EA326-DF94-49B8-987B-9EE86A1933A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3E91EED-AB71-4F0D-9680-F6A5174A87FA}">
      <dgm:prSet custT="1"/>
      <dgm:spPr/>
      <dgm:t>
        <a:bodyPr/>
        <a:lstStyle/>
        <a:p>
          <a:r>
            <a:rPr lang="en-US" sz="1600" b="0" i="0"/>
            <a:t>For one-level perceptron, function </a:t>
          </a:r>
          <a:r>
            <a:rPr lang="en-US" sz="1600" b="0" i="1"/>
            <a:t>f</a:t>
          </a:r>
          <a:r>
            <a:rPr lang="en-US" sz="1600" b="0" i="0"/>
            <a:t> was defined as a linear function </a:t>
          </a:r>
          <a:r>
            <a:rPr lang="en-US" sz="1600" b="0" i="1"/>
            <a:t>f(x)=wx+b</a:t>
          </a:r>
          <a:r>
            <a:rPr lang="en-US" sz="1600" b="0" i="0"/>
            <a:t> (here </a:t>
          </a:r>
          <a:r>
            <a:rPr lang="en-US" sz="1600" b="0" i="1"/>
            <a:t>w</a:t>
          </a:r>
          <a:r>
            <a:rPr lang="en-US" sz="1600" b="0" i="0"/>
            <a:t> is the weight matrix, </a:t>
          </a:r>
          <a:r>
            <a:rPr lang="en-US" sz="1600" b="0" i="1"/>
            <a:t>x</a:t>
          </a:r>
          <a:r>
            <a:rPr lang="en-US" sz="1600" b="0" i="0"/>
            <a:t> is the vector of input features, and </a:t>
          </a:r>
          <a:r>
            <a:rPr lang="en-US" sz="1600" b="0" i="1"/>
            <a:t>b</a:t>
          </a:r>
          <a:r>
            <a:rPr lang="en-US" sz="1600" b="0" i="0"/>
            <a:t> is bias vector)</a:t>
          </a:r>
          <a:endParaRPr lang="en-US" sz="1600"/>
        </a:p>
      </dgm:t>
    </dgm:pt>
    <dgm:pt modelId="{C60BC2BB-0675-4AAD-AAC2-ACC2DF5F00E1}" type="parTrans" cxnId="{7D7552AE-4B1D-4B12-9B69-B1482996DB1F}">
      <dgm:prSet/>
      <dgm:spPr/>
      <dgm:t>
        <a:bodyPr/>
        <a:lstStyle/>
        <a:p>
          <a:endParaRPr lang="en-US" sz="2000"/>
        </a:p>
      </dgm:t>
    </dgm:pt>
    <dgm:pt modelId="{3A8D44C0-EAF3-412D-BAD7-DB266179A244}" type="sibTrans" cxnId="{7D7552AE-4B1D-4B12-9B69-B1482996DB1F}">
      <dgm:prSet/>
      <dgm:spPr/>
      <dgm:t>
        <a:bodyPr/>
        <a:lstStyle/>
        <a:p>
          <a:endParaRPr lang="en-US" sz="2000"/>
        </a:p>
      </dgm:t>
    </dgm:pt>
    <dgm:pt modelId="{80F8CB49-B10F-4C88-BE3C-CB73E36CEB9C}">
      <dgm:prSet custT="1"/>
      <dgm:spPr/>
      <dgm:t>
        <a:bodyPr/>
        <a:lstStyle/>
        <a:p>
          <a:r>
            <a:rPr lang="en-US" sz="1200" b="0" i="0"/>
            <a:t>For different neural network architectures, this function can take more complex form</a:t>
          </a:r>
          <a:endParaRPr lang="en-US" sz="1200"/>
        </a:p>
      </dgm:t>
    </dgm:pt>
    <dgm:pt modelId="{43E3C887-78B9-4BE7-81A6-1DD925D75F49}" type="parTrans" cxnId="{9C4CC7DD-DB60-4189-A352-3BD62631076A}">
      <dgm:prSet/>
      <dgm:spPr/>
      <dgm:t>
        <a:bodyPr/>
        <a:lstStyle/>
        <a:p>
          <a:endParaRPr lang="en-US" sz="2000"/>
        </a:p>
      </dgm:t>
    </dgm:pt>
    <dgm:pt modelId="{68A6ADA9-7A47-4F74-B58C-4BDAC5086543}" type="sibTrans" cxnId="{9C4CC7DD-DB60-4189-A352-3BD62631076A}">
      <dgm:prSet/>
      <dgm:spPr/>
      <dgm:t>
        <a:bodyPr/>
        <a:lstStyle/>
        <a:p>
          <a:endParaRPr lang="en-US" sz="2000"/>
        </a:p>
      </dgm:t>
    </dgm:pt>
    <dgm:pt modelId="{A6682CD2-F82B-4D70-8A93-D50D7F977DD2}">
      <dgm:prSet custT="1"/>
      <dgm:spPr/>
      <dgm:t>
        <a:bodyPr/>
        <a:lstStyle/>
        <a:p>
          <a:r>
            <a:rPr lang="en-US" sz="1600"/>
            <a:t>In the case of classification, it is often desirable to get probabilities of corresponding classes as network output</a:t>
          </a:r>
        </a:p>
      </dgm:t>
    </dgm:pt>
    <dgm:pt modelId="{D3E394A1-FBF3-414B-9F21-D79962F0E3E0}" type="parTrans" cxnId="{C27C2FEE-DA01-4E1C-858C-8B955D9C7F91}">
      <dgm:prSet/>
      <dgm:spPr/>
      <dgm:t>
        <a:bodyPr/>
        <a:lstStyle/>
        <a:p>
          <a:endParaRPr lang="en-US" sz="2000"/>
        </a:p>
      </dgm:t>
    </dgm:pt>
    <dgm:pt modelId="{70ADBE70-602D-4802-8D97-BD25E3364BC1}" type="sibTrans" cxnId="{C27C2FEE-DA01-4E1C-858C-8B955D9C7F91}">
      <dgm:prSet/>
      <dgm:spPr/>
      <dgm:t>
        <a:bodyPr/>
        <a:lstStyle/>
        <a:p>
          <a:endParaRPr lang="en-US" sz="2000"/>
        </a:p>
      </dgm:t>
    </dgm:pt>
    <dgm:pt modelId="{795C140D-A6DE-4A0E-8369-40AA51665AB3}">
      <dgm:prSet custT="1"/>
      <dgm:spPr/>
      <dgm:t>
        <a:bodyPr/>
        <a:lstStyle/>
        <a:p>
          <a:r>
            <a:rPr lang="en-US" sz="1200"/>
            <a:t>To convert arbitrary numbers to probabilities (e.g., to normalize the output), we often use </a:t>
          </a:r>
          <a:r>
            <a:rPr lang="en-US" sz="1200" b="1"/>
            <a:t>softmax</a:t>
          </a:r>
          <a:r>
            <a:rPr lang="en-US" sz="1200"/>
            <a:t> function </a:t>
          </a:r>
          <a:r>
            <a:rPr lang="el-GR" sz="1200"/>
            <a:t>σ, </a:t>
          </a:r>
          <a:r>
            <a:rPr lang="en-US" sz="1200"/>
            <a:t>and the function </a:t>
          </a:r>
          <a:r>
            <a:rPr lang="en-US" sz="1200" i="1"/>
            <a:t>f</a:t>
          </a:r>
          <a:r>
            <a:rPr lang="en-US" sz="1200"/>
            <a:t> becomes </a:t>
          </a:r>
          <a:r>
            <a:rPr lang="en-US" sz="1200" i="1"/>
            <a:t>f(x)=</a:t>
          </a:r>
          <a:r>
            <a:rPr lang="el-GR" sz="1200" i="1"/>
            <a:t>σ(</a:t>
          </a:r>
          <a:r>
            <a:rPr lang="en-US" sz="1200" i="1"/>
            <a:t>wx+b)</a:t>
          </a:r>
          <a:endParaRPr lang="en-US" sz="1200"/>
        </a:p>
      </dgm:t>
    </dgm:pt>
    <dgm:pt modelId="{28935874-C424-4377-ABA1-F0D6BE6C2788}" type="parTrans" cxnId="{C4454502-33D1-431D-B249-DA9BD35DE606}">
      <dgm:prSet/>
      <dgm:spPr/>
      <dgm:t>
        <a:bodyPr/>
        <a:lstStyle/>
        <a:p>
          <a:endParaRPr lang="en-US" sz="2000"/>
        </a:p>
      </dgm:t>
    </dgm:pt>
    <dgm:pt modelId="{265323F7-D5C7-4DB5-96A2-95DD8BA108AA}" type="sibTrans" cxnId="{C4454502-33D1-431D-B249-DA9BD35DE606}">
      <dgm:prSet/>
      <dgm:spPr/>
      <dgm:t>
        <a:bodyPr/>
        <a:lstStyle/>
        <a:p>
          <a:endParaRPr lang="en-US" sz="2000"/>
        </a:p>
      </dgm:t>
    </dgm:pt>
    <dgm:pt modelId="{01860BCC-FC97-44F3-A8B1-18EBF8357FA9}">
      <dgm:prSet custT="1"/>
      <dgm:spPr/>
      <dgm:t>
        <a:bodyPr/>
        <a:lstStyle/>
        <a:p>
          <a:r>
            <a:rPr lang="en-US" sz="1200" b="0" i="0"/>
            <a:t>In the definition of </a:t>
          </a:r>
          <a:r>
            <a:rPr lang="en-US" sz="1200" b="0" i="1"/>
            <a:t>f</a:t>
          </a:r>
          <a:r>
            <a:rPr lang="en-US" sz="1200" b="0" i="0"/>
            <a:t> above, </a:t>
          </a:r>
          <a:r>
            <a:rPr lang="en-US" sz="1200" b="0" i="1"/>
            <a:t>w</a:t>
          </a:r>
          <a:r>
            <a:rPr lang="en-US" sz="1200" b="0" i="0"/>
            <a:t> and </a:t>
          </a:r>
          <a:r>
            <a:rPr lang="en-US" sz="1200" b="0" i="1"/>
            <a:t>b</a:t>
          </a:r>
          <a:r>
            <a:rPr lang="en-US" sz="1200" b="0" i="0"/>
            <a:t> are called </a:t>
          </a:r>
          <a:r>
            <a:rPr lang="en-US" sz="1200" b="1" i="0"/>
            <a:t>parameters</a:t>
          </a:r>
          <a:r>
            <a:rPr lang="en-US" sz="1200" b="0" i="0"/>
            <a:t> </a:t>
          </a:r>
          <a:r>
            <a:rPr lang="el-GR" sz="1200" b="0" i="0"/>
            <a:t>θ=⟨</a:t>
          </a:r>
          <a:r>
            <a:rPr lang="en-US" sz="1200" b="0" i="1"/>
            <a:t>w,b</a:t>
          </a:r>
          <a:r>
            <a:rPr lang="en-US" sz="1200" b="0" i="0"/>
            <a:t>⟩. Given the dataset ⟨</a:t>
          </a:r>
          <a:r>
            <a:rPr lang="en-US" sz="1200" b="1" i="0"/>
            <a:t>X</a:t>
          </a:r>
          <a:r>
            <a:rPr lang="en-US" sz="1200" b="0" i="0"/>
            <a:t>,</a:t>
          </a:r>
          <a:r>
            <a:rPr lang="en-US" sz="1200" b="1" i="0"/>
            <a:t>Y</a:t>
          </a:r>
          <a:r>
            <a:rPr lang="en-US" sz="1200" b="0" i="0"/>
            <a:t>⟩, we can compute an overall error on the whole dataset as a function of parameters </a:t>
          </a:r>
          <a:r>
            <a:rPr lang="el-GR" sz="1200" b="0" i="0"/>
            <a:t>θ</a:t>
          </a:r>
          <a:endParaRPr lang="en-US" sz="1200"/>
        </a:p>
      </dgm:t>
    </dgm:pt>
    <dgm:pt modelId="{B8B52994-A022-4E70-8B24-56C2D01CAFB7}" type="parTrans" cxnId="{D14CF3E2-9356-4F57-9EDB-F6404DE66C34}">
      <dgm:prSet/>
      <dgm:spPr/>
      <dgm:t>
        <a:bodyPr/>
        <a:lstStyle/>
        <a:p>
          <a:endParaRPr lang="en-US" sz="2000"/>
        </a:p>
      </dgm:t>
    </dgm:pt>
    <dgm:pt modelId="{10E3C47E-917F-4433-9D1F-C5C6A583B2C7}" type="sibTrans" cxnId="{D14CF3E2-9356-4F57-9EDB-F6404DE66C34}">
      <dgm:prSet/>
      <dgm:spPr/>
      <dgm:t>
        <a:bodyPr/>
        <a:lstStyle/>
        <a:p>
          <a:endParaRPr lang="en-US" sz="2000"/>
        </a:p>
      </dgm:t>
    </dgm:pt>
    <dgm:pt modelId="{B3AC07C4-61CC-4001-96A7-17C6DCF8C4E2}">
      <dgm:prSet custT="1"/>
      <dgm:spPr/>
      <dgm:t>
        <a:bodyPr/>
        <a:lstStyle/>
        <a:p>
          <a:r>
            <a:rPr lang="en-US" sz="1600" b="1"/>
            <a:t>The goal of neural network training is to minimize the error by varying parameters </a:t>
          </a:r>
          <a:r>
            <a:rPr lang="el-GR" sz="1600" b="1"/>
            <a:t>θ</a:t>
          </a:r>
          <a:endParaRPr lang="en-US" sz="1600"/>
        </a:p>
      </dgm:t>
    </dgm:pt>
    <dgm:pt modelId="{CCC35385-F12A-407F-8A85-B6CB3B76F745}" type="parTrans" cxnId="{EB5A4BCA-2F7B-4204-B8E1-92B1E50588EA}">
      <dgm:prSet/>
      <dgm:spPr/>
      <dgm:t>
        <a:bodyPr/>
        <a:lstStyle/>
        <a:p>
          <a:endParaRPr lang="en-US" sz="2000"/>
        </a:p>
      </dgm:t>
    </dgm:pt>
    <dgm:pt modelId="{93F1E1C6-2161-4912-A3BF-8E812AC23D61}" type="sibTrans" cxnId="{EB5A4BCA-2F7B-4204-B8E1-92B1E50588EA}">
      <dgm:prSet/>
      <dgm:spPr/>
      <dgm:t>
        <a:bodyPr/>
        <a:lstStyle/>
        <a:p>
          <a:endParaRPr lang="en-US" sz="2000"/>
        </a:p>
      </dgm:t>
    </dgm:pt>
    <dgm:pt modelId="{2681D4AC-01EE-49D5-B619-8CDF40C09176}" type="pres">
      <dgm:prSet presAssocID="{D71EA326-DF94-49B8-987B-9EE86A1933A0}" presName="root" presStyleCnt="0">
        <dgm:presLayoutVars>
          <dgm:dir/>
          <dgm:resizeHandles val="exact"/>
        </dgm:presLayoutVars>
      </dgm:prSet>
      <dgm:spPr/>
    </dgm:pt>
    <dgm:pt modelId="{A2222E3E-B733-4E22-8E85-93A220419288}" type="pres">
      <dgm:prSet presAssocID="{13E91EED-AB71-4F0D-9680-F6A5174A87FA}" presName="compNode" presStyleCnt="0"/>
      <dgm:spPr/>
    </dgm:pt>
    <dgm:pt modelId="{E684E0D9-5CBE-4593-B583-323E4CA159F4}" type="pres">
      <dgm:prSet presAssocID="{13E91EED-AB71-4F0D-9680-F6A5174A87FA}" presName="bgRect" presStyleLbl="bgShp" presStyleIdx="0" presStyleCnt="3"/>
      <dgm:spPr/>
    </dgm:pt>
    <dgm:pt modelId="{14103A62-FAB3-4877-A1F6-442B011DC9FD}" type="pres">
      <dgm:prSet presAssocID="{13E91EED-AB71-4F0D-9680-F6A5174A87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문서"/>
        </a:ext>
      </dgm:extLst>
    </dgm:pt>
    <dgm:pt modelId="{DD50DB48-4D9C-450F-AEE9-2E7866A282A3}" type="pres">
      <dgm:prSet presAssocID="{13E91EED-AB71-4F0D-9680-F6A5174A87FA}" presName="spaceRect" presStyleCnt="0"/>
      <dgm:spPr/>
    </dgm:pt>
    <dgm:pt modelId="{6A19F8CB-571F-4E5B-81E7-705271FE6780}" type="pres">
      <dgm:prSet presAssocID="{13E91EED-AB71-4F0D-9680-F6A5174A87FA}" presName="parTx" presStyleLbl="revTx" presStyleIdx="0" presStyleCnt="5">
        <dgm:presLayoutVars>
          <dgm:chMax val="0"/>
          <dgm:chPref val="0"/>
        </dgm:presLayoutVars>
      </dgm:prSet>
      <dgm:spPr/>
    </dgm:pt>
    <dgm:pt modelId="{F3624794-E2D3-4334-981B-0D76907442E3}" type="pres">
      <dgm:prSet presAssocID="{13E91EED-AB71-4F0D-9680-F6A5174A87FA}" presName="desTx" presStyleLbl="revTx" presStyleIdx="1" presStyleCnt="5">
        <dgm:presLayoutVars/>
      </dgm:prSet>
      <dgm:spPr/>
    </dgm:pt>
    <dgm:pt modelId="{CB94CFDF-AA8F-4544-A952-1BB6DE28DA08}" type="pres">
      <dgm:prSet presAssocID="{3A8D44C0-EAF3-412D-BAD7-DB266179A244}" presName="sibTrans" presStyleCnt="0"/>
      <dgm:spPr/>
    </dgm:pt>
    <dgm:pt modelId="{C6E380E1-5887-44C6-ACFF-F4BB18CA27DB}" type="pres">
      <dgm:prSet presAssocID="{A6682CD2-F82B-4D70-8A93-D50D7F977DD2}" presName="compNode" presStyleCnt="0"/>
      <dgm:spPr/>
    </dgm:pt>
    <dgm:pt modelId="{D2A65F43-C996-414E-8845-D3D3B37D8624}" type="pres">
      <dgm:prSet presAssocID="{A6682CD2-F82B-4D70-8A93-D50D7F977DD2}" presName="bgRect" presStyleLbl="bgShp" presStyleIdx="1" presStyleCnt="3"/>
      <dgm:spPr/>
    </dgm:pt>
    <dgm:pt modelId="{6BFCE1F8-76B3-4228-A635-AA4F1846A5F0}" type="pres">
      <dgm:prSet presAssocID="{A6682CD2-F82B-4D70-8A93-D50D7F977DD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연결 끊김"/>
        </a:ext>
      </dgm:extLst>
    </dgm:pt>
    <dgm:pt modelId="{4285D97D-3AD3-4048-9699-FF4D0C5140D7}" type="pres">
      <dgm:prSet presAssocID="{A6682CD2-F82B-4D70-8A93-D50D7F977DD2}" presName="spaceRect" presStyleCnt="0"/>
      <dgm:spPr/>
    </dgm:pt>
    <dgm:pt modelId="{CD88CBC6-DBBE-4CCA-B759-58D17893382C}" type="pres">
      <dgm:prSet presAssocID="{A6682CD2-F82B-4D70-8A93-D50D7F977DD2}" presName="parTx" presStyleLbl="revTx" presStyleIdx="2" presStyleCnt="5">
        <dgm:presLayoutVars>
          <dgm:chMax val="0"/>
          <dgm:chPref val="0"/>
        </dgm:presLayoutVars>
      </dgm:prSet>
      <dgm:spPr/>
    </dgm:pt>
    <dgm:pt modelId="{C0C752AC-098D-404B-8685-ACBECBE42046}" type="pres">
      <dgm:prSet presAssocID="{A6682CD2-F82B-4D70-8A93-D50D7F977DD2}" presName="desTx" presStyleLbl="revTx" presStyleIdx="3" presStyleCnt="5">
        <dgm:presLayoutVars/>
      </dgm:prSet>
      <dgm:spPr/>
    </dgm:pt>
    <dgm:pt modelId="{52D92E0F-3B85-4398-B7CC-FE77125DDBCC}" type="pres">
      <dgm:prSet presAssocID="{70ADBE70-602D-4802-8D97-BD25E3364BC1}" presName="sibTrans" presStyleCnt="0"/>
      <dgm:spPr/>
    </dgm:pt>
    <dgm:pt modelId="{AAF56FAA-A830-4ACE-BCC9-2FAD84EAFE5F}" type="pres">
      <dgm:prSet presAssocID="{B3AC07C4-61CC-4001-96A7-17C6DCF8C4E2}" presName="compNode" presStyleCnt="0"/>
      <dgm:spPr/>
    </dgm:pt>
    <dgm:pt modelId="{A74DB7DB-B095-4CC9-B8E0-51B1677C2568}" type="pres">
      <dgm:prSet presAssocID="{B3AC07C4-61CC-4001-96A7-17C6DCF8C4E2}" presName="bgRect" presStyleLbl="bgShp" presStyleIdx="2" presStyleCnt="3"/>
      <dgm:spPr/>
    </dgm:pt>
    <dgm:pt modelId="{8148B485-D97D-4C75-88F9-C35FA5991C2D}" type="pres">
      <dgm:prSet presAssocID="{B3AC07C4-61CC-4001-96A7-17C6DCF8C4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과녁"/>
        </a:ext>
      </dgm:extLst>
    </dgm:pt>
    <dgm:pt modelId="{24AA36F5-585F-4D5F-8577-D20F4826DABC}" type="pres">
      <dgm:prSet presAssocID="{B3AC07C4-61CC-4001-96A7-17C6DCF8C4E2}" presName="spaceRect" presStyleCnt="0"/>
      <dgm:spPr/>
    </dgm:pt>
    <dgm:pt modelId="{29C1729F-FDE6-4266-81B0-FF8EE33753E1}" type="pres">
      <dgm:prSet presAssocID="{B3AC07C4-61CC-4001-96A7-17C6DCF8C4E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4454502-33D1-431D-B249-DA9BD35DE606}" srcId="{A6682CD2-F82B-4D70-8A93-D50D7F977DD2}" destId="{795C140D-A6DE-4A0E-8369-40AA51665AB3}" srcOrd="0" destOrd="0" parTransId="{28935874-C424-4377-ABA1-F0D6BE6C2788}" sibTransId="{265323F7-D5C7-4DB5-96A2-95DD8BA108AA}"/>
    <dgm:cxn modelId="{F8B89928-E711-4B83-B1E3-ABF02C9BDC1A}" type="presOf" srcId="{80F8CB49-B10F-4C88-BE3C-CB73E36CEB9C}" destId="{F3624794-E2D3-4334-981B-0D76907442E3}" srcOrd="0" destOrd="0" presId="urn:microsoft.com/office/officeart/2018/2/layout/IconVerticalSolidList"/>
    <dgm:cxn modelId="{1043BC6A-203C-40EF-B473-E3081BE10CA3}" type="presOf" srcId="{A6682CD2-F82B-4D70-8A93-D50D7F977DD2}" destId="{CD88CBC6-DBBE-4CCA-B759-58D17893382C}" srcOrd="0" destOrd="0" presId="urn:microsoft.com/office/officeart/2018/2/layout/IconVerticalSolidList"/>
    <dgm:cxn modelId="{BC931872-295C-4B42-83CB-B2B129450EDB}" type="presOf" srcId="{795C140D-A6DE-4A0E-8369-40AA51665AB3}" destId="{C0C752AC-098D-404B-8685-ACBECBE42046}" srcOrd="0" destOrd="0" presId="urn:microsoft.com/office/officeart/2018/2/layout/IconVerticalSolidList"/>
    <dgm:cxn modelId="{9D0B6979-4392-4498-B8EE-17F9FB87FB14}" type="presOf" srcId="{D71EA326-DF94-49B8-987B-9EE86A1933A0}" destId="{2681D4AC-01EE-49D5-B619-8CDF40C09176}" srcOrd="0" destOrd="0" presId="urn:microsoft.com/office/officeart/2018/2/layout/IconVerticalSolidList"/>
    <dgm:cxn modelId="{7D7552AE-4B1D-4B12-9B69-B1482996DB1F}" srcId="{D71EA326-DF94-49B8-987B-9EE86A1933A0}" destId="{13E91EED-AB71-4F0D-9680-F6A5174A87FA}" srcOrd="0" destOrd="0" parTransId="{C60BC2BB-0675-4AAD-AAC2-ACC2DF5F00E1}" sibTransId="{3A8D44C0-EAF3-412D-BAD7-DB266179A244}"/>
    <dgm:cxn modelId="{EB5A4BCA-2F7B-4204-B8E1-92B1E50588EA}" srcId="{D71EA326-DF94-49B8-987B-9EE86A1933A0}" destId="{B3AC07C4-61CC-4001-96A7-17C6DCF8C4E2}" srcOrd="2" destOrd="0" parTransId="{CCC35385-F12A-407F-8A85-B6CB3B76F745}" sibTransId="{93F1E1C6-2161-4912-A3BF-8E812AC23D61}"/>
    <dgm:cxn modelId="{98FEAED4-FC5B-458E-B1E0-455FFCA3BAAC}" type="presOf" srcId="{01860BCC-FC97-44F3-A8B1-18EBF8357FA9}" destId="{C0C752AC-098D-404B-8685-ACBECBE42046}" srcOrd="0" destOrd="1" presId="urn:microsoft.com/office/officeart/2018/2/layout/IconVerticalSolidList"/>
    <dgm:cxn modelId="{447411D5-4CFA-4CC0-A1EA-9E9BE7AD4B42}" type="presOf" srcId="{13E91EED-AB71-4F0D-9680-F6A5174A87FA}" destId="{6A19F8CB-571F-4E5B-81E7-705271FE6780}" srcOrd="0" destOrd="0" presId="urn:microsoft.com/office/officeart/2018/2/layout/IconVerticalSolidList"/>
    <dgm:cxn modelId="{03EE1DD9-9B95-425D-9A95-875CE6BE1527}" type="presOf" srcId="{B3AC07C4-61CC-4001-96A7-17C6DCF8C4E2}" destId="{29C1729F-FDE6-4266-81B0-FF8EE33753E1}" srcOrd="0" destOrd="0" presId="urn:microsoft.com/office/officeart/2018/2/layout/IconVerticalSolidList"/>
    <dgm:cxn modelId="{9C4CC7DD-DB60-4189-A352-3BD62631076A}" srcId="{13E91EED-AB71-4F0D-9680-F6A5174A87FA}" destId="{80F8CB49-B10F-4C88-BE3C-CB73E36CEB9C}" srcOrd="0" destOrd="0" parTransId="{43E3C887-78B9-4BE7-81A6-1DD925D75F49}" sibTransId="{68A6ADA9-7A47-4F74-B58C-4BDAC5086543}"/>
    <dgm:cxn modelId="{D14CF3E2-9356-4F57-9EDB-F6404DE66C34}" srcId="{A6682CD2-F82B-4D70-8A93-D50D7F977DD2}" destId="{01860BCC-FC97-44F3-A8B1-18EBF8357FA9}" srcOrd="1" destOrd="0" parTransId="{B8B52994-A022-4E70-8B24-56C2D01CAFB7}" sibTransId="{10E3C47E-917F-4433-9D1F-C5C6A583B2C7}"/>
    <dgm:cxn modelId="{C27C2FEE-DA01-4E1C-858C-8B955D9C7F91}" srcId="{D71EA326-DF94-49B8-987B-9EE86A1933A0}" destId="{A6682CD2-F82B-4D70-8A93-D50D7F977DD2}" srcOrd="1" destOrd="0" parTransId="{D3E394A1-FBF3-414B-9F21-D79962F0E3E0}" sibTransId="{70ADBE70-602D-4802-8D97-BD25E3364BC1}"/>
    <dgm:cxn modelId="{833E037F-E7BD-495F-9A1F-42C885E495F0}" type="presParOf" srcId="{2681D4AC-01EE-49D5-B619-8CDF40C09176}" destId="{A2222E3E-B733-4E22-8E85-93A220419288}" srcOrd="0" destOrd="0" presId="urn:microsoft.com/office/officeart/2018/2/layout/IconVerticalSolidList"/>
    <dgm:cxn modelId="{E14223AC-911F-4F7C-B862-056883E21FFB}" type="presParOf" srcId="{A2222E3E-B733-4E22-8E85-93A220419288}" destId="{E684E0D9-5CBE-4593-B583-323E4CA159F4}" srcOrd="0" destOrd="0" presId="urn:microsoft.com/office/officeart/2018/2/layout/IconVerticalSolidList"/>
    <dgm:cxn modelId="{236A3816-44EA-4D25-8D7F-2AB45435BBC1}" type="presParOf" srcId="{A2222E3E-B733-4E22-8E85-93A220419288}" destId="{14103A62-FAB3-4877-A1F6-442B011DC9FD}" srcOrd="1" destOrd="0" presId="urn:microsoft.com/office/officeart/2018/2/layout/IconVerticalSolidList"/>
    <dgm:cxn modelId="{C0A1657A-AF7B-47C2-86C7-29FF17B74640}" type="presParOf" srcId="{A2222E3E-B733-4E22-8E85-93A220419288}" destId="{DD50DB48-4D9C-450F-AEE9-2E7866A282A3}" srcOrd="2" destOrd="0" presId="urn:microsoft.com/office/officeart/2018/2/layout/IconVerticalSolidList"/>
    <dgm:cxn modelId="{CB3656A5-5BC6-49B1-94DE-49B0981B4518}" type="presParOf" srcId="{A2222E3E-B733-4E22-8E85-93A220419288}" destId="{6A19F8CB-571F-4E5B-81E7-705271FE6780}" srcOrd="3" destOrd="0" presId="urn:microsoft.com/office/officeart/2018/2/layout/IconVerticalSolidList"/>
    <dgm:cxn modelId="{B3B0B67E-E13D-4DD1-AB1E-C984744FA251}" type="presParOf" srcId="{A2222E3E-B733-4E22-8E85-93A220419288}" destId="{F3624794-E2D3-4334-981B-0D76907442E3}" srcOrd="4" destOrd="0" presId="urn:microsoft.com/office/officeart/2018/2/layout/IconVerticalSolidList"/>
    <dgm:cxn modelId="{ED876FDE-34D9-48E2-B839-EAE53C94EC87}" type="presParOf" srcId="{2681D4AC-01EE-49D5-B619-8CDF40C09176}" destId="{CB94CFDF-AA8F-4544-A952-1BB6DE28DA08}" srcOrd="1" destOrd="0" presId="urn:microsoft.com/office/officeart/2018/2/layout/IconVerticalSolidList"/>
    <dgm:cxn modelId="{4BA7CA96-1839-4380-AA51-30C2B6766F73}" type="presParOf" srcId="{2681D4AC-01EE-49D5-B619-8CDF40C09176}" destId="{C6E380E1-5887-44C6-ACFF-F4BB18CA27DB}" srcOrd="2" destOrd="0" presId="urn:microsoft.com/office/officeart/2018/2/layout/IconVerticalSolidList"/>
    <dgm:cxn modelId="{79FF3624-F7D0-4072-B4D9-4C95EF30FFCB}" type="presParOf" srcId="{C6E380E1-5887-44C6-ACFF-F4BB18CA27DB}" destId="{D2A65F43-C996-414E-8845-D3D3B37D8624}" srcOrd="0" destOrd="0" presId="urn:microsoft.com/office/officeart/2018/2/layout/IconVerticalSolidList"/>
    <dgm:cxn modelId="{2D3911C8-F38C-4F4B-997C-CEAE934A45C5}" type="presParOf" srcId="{C6E380E1-5887-44C6-ACFF-F4BB18CA27DB}" destId="{6BFCE1F8-76B3-4228-A635-AA4F1846A5F0}" srcOrd="1" destOrd="0" presId="urn:microsoft.com/office/officeart/2018/2/layout/IconVerticalSolidList"/>
    <dgm:cxn modelId="{FC71AE59-519F-45F3-B644-F7799B1D1907}" type="presParOf" srcId="{C6E380E1-5887-44C6-ACFF-F4BB18CA27DB}" destId="{4285D97D-3AD3-4048-9699-FF4D0C5140D7}" srcOrd="2" destOrd="0" presId="urn:microsoft.com/office/officeart/2018/2/layout/IconVerticalSolidList"/>
    <dgm:cxn modelId="{8889950E-2584-43DC-B24C-1C02E0780EF4}" type="presParOf" srcId="{C6E380E1-5887-44C6-ACFF-F4BB18CA27DB}" destId="{CD88CBC6-DBBE-4CCA-B759-58D17893382C}" srcOrd="3" destOrd="0" presId="urn:microsoft.com/office/officeart/2018/2/layout/IconVerticalSolidList"/>
    <dgm:cxn modelId="{541FD480-F78A-4C19-A42C-846036AFC4A2}" type="presParOf" srcId="{C6E380E1-5887-44C6-ACFF-F4BB18CA27DB}" destId="{C0C752AC-098D-404B-8685-ACBECBE42046}" srcOrd="4" destOrd="0" presId="urn:microsoft.com/office/officeart/2018/2/layout/IconVerticalSolidList"/>
    <dgm:cxn modelId="{09CF2225-0B0D-4EF4-8F3B-A3A9C48F0938}" type="presParOf" srcId="{2681D4AC-01EE-49D5-B619-8CDF40C09176}" destId="{52D92E0F-3B85-4398-B7CC-FE77125DDBCC}" srcOrd="3" destOrd="0" presId="urn:microsoft.com/office/officeart/2018/2/layout/IconVerticalSolidList"/>
    <dgm:cxn modelId="{33028B7E-86F8-499E-AB4E-3B46D5227F06}" type="presParOf" srcId="{2681D4AC-01EE-49D5-B619-8CDF40C09176}" destId="{AAF56FAA-A830-4ACE-BCC9-2FAD84EAFE5F}" srcOrd="4" destOrd="0" presId="urn:microsoft.com/office/officeart/2018/2/layout/IconVerticalSolidList"/>
    <dgm:cxn modelId="{940ACE7E-E4DB-4060-B8D5-F0FDF56615FD}" type="presParOf" srcId="{AAF56FAA-A830-4ACE-BCC9-2FAD84EAFE5F}" destId="{A74DB7DB-B095-4CC9-B8E0-51B1677C2568}" srcOrd="0" destOrd="0" presId="urn:microsoft.com/office/officeart/2018/2/layout/IconVerticalSolidList"/>
    <dgm:cxn modelId="{73C02502-0AC9-491E-9E9C-ABEFF291D09F}" type="presParOf" srcId="{AAF56FAA-A830-4ACE-BCC9-2FAD84EAFE5F}" destId="{8148B485-D97D-4C75-88F9-C35FA5991C2D}" srcOrd="1" destOrd="0" presId="urn:microsoft.com/office/officeart/2018/2/layout/IconVerticalSolidList"/>
    <dgm:cxn modelId="{DE29691E-1641-429A-B7C1-7F03F73A055F}" type="presParOf" srcId="{AAF56FAA-A830-4ACE-BCC9-2FAD84EAFE5F}" destId="{24AA36F5-585F-4D5F-8577-D20F4826DABC}" srcOrd="2" destOrd="0" presId="urn:microsoft.com/office/officeart/2018/2/layout/IconVerticalSolidList"/>
    <dgm:cxn modelId="{3B0DC082-D1B0-4F03-8AFF-E5012862B6F9}" type="presParOf" srcId="{AAF56FAA-A830-4ACE-BCC9-2FAD84EAFE5F}" destId="{29C1729F-FDE6-4266-81B0-FF8EE33753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C44512-B9FB-4B47-ACFC-4C7C6F97D8F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39CC7E0-DE5A-4D6E-80C4-274DB99A7E93}">
      <dgm:prSet/>
      <dgm:spPr/>
      <dgm:t>
        <a:bodyPr/>
        <a:lstStyle/>
        <a:p>
          <a:r>
            <a:rPr kumimoji="1" lang="en-US"/>
            <a:t>Optimization Steps in Training</a:t>
          </a:r>
          <a:endParaRPr lang="en-US"/>
        </a:p>
      </dgm:t>
    </dgm:pt>
    <dgm:pt modelId="{1CB042C1-D1B0-4AB2-B005-6BF32496DAA6}" type="parTrans" cxnId="{534B55A7-5F24-4126-8D42-B414E2AE57D1}">
      <dgm:prSet/>
      <dgm:spPr/>
      <dgm:t>
        <a:bodyPr/>
        <a:lstStyle/>
        <a:p>
          <a:endParaRPr lang="en-US"/>
        </a:p>
      </dgm:t>
    </dgm:pt>
    <dgm:pt modelId="{4C29E49C-42F7-4D42-B128-E74646C82700}" type="sibTrans" cxnId="{534B55A7-5F24-4126-8D42-B414E2AE57D1}">
      <dgm:prSet/>
      <dgm:spPr/>
      <dgm:t>
        <a:bodyPr/>
        <a:lstStyle/>
        <a:p>
          <a:endParaRPr lang="en-US"/>
        </a:p>
      </dgm:t>
    </dgm:pt>
    <dgm:pt modelId="{69D56BD7-3B9F-4EB4-AD80-A12C75E97D2F}">
      <dgm:prSet/>
      <dgm:spPr/>
      <dgm:t>
        <a:bodyPr/>
        <a:lstStyle/>
        <a:p>
          <a:r>
            <a:rPr kumimoji="1" lang="en-US"/>
            <a:t>Typically, optimization involves considering the entire dataset to calculate steps</a:t>
          </a:r>
          <a:endParaRPr lang="en-US"/>
        </a:p>
      </dgm:t>
    </dgm:pt>
    <dgm:pt modelId="{57A76CD3-9F5F-4EA2-BDB7-96EFCA7B463A}" type="parTrans" cxnId="{8EC50AA2-8D90-42AE-96AF-CDC10EFF2A8A}">
      <dgm:prSet/>
      <dgm:spPr/>
      <dgm:t>
        <a:bodyPr/>
        <a:lstStyle/>
        <a:p>
          <a:endParaRPr lang="en-US"/>
        </a:p>
      </dgm:t>
    </dgm:pt>
    <dgm:pt modelId="{69EAF728-427D-4D27-9839-9892E07D7AAF}" type="sibTrans" cxnId="{8EC50AA2-8D90-42AE-96AF-CDC10EFF2A8A}">
      <dgm:prSet/>
      <dgm:spPr/>
      <dgm:t>
        <a:bodyPr/>
        <a:lstStyle/>
        <a:p>
          <a:endParaRPr lang="en-US"/>
        </a:p>
      </dgm:t>
    </dgm:pt>
    <dgm:pt modelId="{54048C8F-B647-4005-89FB-735EC6DABCF3}">
      <dgm:prSet/>
      <dgm:spPr/>
      <dgm:t>
        <a:bodyPr/>
        <a:lstStyle/>
        <a:p>
          <a:r>
            <a:rPr kumimoji="1" lang="en-US"/>
            <a:t>Loss is computed as a sum across all training samples</a:t>
          </a:r>
          <a:endParaRPr lang="en-US"/>
        </a:p>
      </dgm:t>
    </dgm:pt>
    <dgm:pt modelId="{6CB3EA12-6CD1-498B-BF2C-D4A8610E3B1D}" type="parTrans" cxnId="{C617F0C4-3160-45EC-AB2D-AF1242485941}">
      <dgm:prSet/>
      <dgm:spPr/>
      <dgm:t>
        <a:bodyPr/>
        <a:lstStyle/>
        <a:p>
          <a:endParaRPr lang="en-US"/>
        </a:p>
      </dgm:t>
    </dgm:pt>
    <dgm:pt modelId="{46DBD242-7359-4CB1-9CA9-74576DF6EE56}" type="sibTrans" cxnId="{C617F0C4-3160-45EC-AB2D-AF1242485941}">
      <dgm:prSet/>
      <dgm:spPr/>
      <dgm:t>
        <a:bodyPr/>
        <a:lstStyle/>
        <a:p>
          <a:endParaRPr lang="en-US"/>
        </a:p>
      </dgm:t>
    </dgm:pt>
    <dgm:pt modelId="{26DE6307-00CF-44D3-ABD0-A31AA095CC19}">
      <dgm:prSet/>
      <dgm:spPr/>
      <dgm:t>
        <a:bodyPr/>
        <a:lstStyle/>
        <a:p>
          <a:r>
            <a:rPr kumimoji="1" lang="en-US"/>
            <a:t>Practical Approach: Minibatches</a:t>
          </a:r>
          <a:endParaRPr lang="en-US"/>
        </a:p>
      </dgm:t>
    </dgm:pt>
    <dgm:pt modelId="{F79BED32-11DD-4DAD-922B-2CB8D56D9473}" type="parTrans" cxnId="{2D601C95-D234-452E-8298-77F8BC298E79}">
      <dgm:prSet/>
      <dgm:spPr/>
      <dgm:t>
        <a:bodyPr/>
        <a:lstStyle/>
        <a:p>
          <a:endParaRPr lang="en-US"/>
        </a:p>
      </dgm:t>
    </dgm:pt>
    <dgm:pt modelId="{2505C7D9-2AB1-4209-BC48-F133071929B4}" type="sibTrans" cxnId="{2D601C95-D234-452E-8298-77F8BC298E79}">
      <dgm:prSet/>
      <dgm:spPr/>
      <dgm:t>
        <a:bodyPr/>
        <a:lstStyle/>
        <a:p>
          <a:endParaRPr lang="en-US"/>
        </a:p>
      </dgm:t>
    </dgm:pt>
    <dgm:pt modelId="{E54E1C90-3BB4-4CDE-B9EC-10FCBF7ED45C}">
      <dgm:prSet/>
      <dgm:spPr/>
      <dgm:t>
        <a:bodyPr/>
        <a:lstStyle/>
        <a:p>
          <a:r>
            <a:rPr kumimoji="1" lang="en-US"/>
            <a:t>In practice, we use small portions of the dataset, known as minibatches, for calculation</a:t>
          </a:r>
          <a:endParaRPr lang="en-US"/>
        </a:p>
      </dgm:t>
    </dgm:pt>
    <dgm:pt modelId="{7C2E3E58-2B9D-4471-92D1-360CF2500E99}" type="parTrans" cxnId="{46FC88F9-E379-458E-AABD-E7F54418F894}">
      <dgm:prSet/>
      <dgm:spPr/>
      <dgm:t>
        <a:bodyPr/>
        <a:lstStyle/>
        <a:p>
          <a:endParaRPr lang="en-US"/>
        </a:p>
      </dgm:t>
    </dgm:pt>
    <dgm:pt modelId="{244462AD-0AA1-4A37-A371-298C12B99BC9}" type="sibTrans" cxnId="{46FC88F9-E379-458E-AABD-E7F54418F894}">
      <dgm:prSet/>
      <dgm:spPr/>
      <dgm:t>
        <a:bodyPr/>
        <a:lstStyle/>
        <a:p>
          <a:endParaRPr lang="en-US"/>
        </a:p>
      </dgm:t>
    </dgm:pt>
    <dgm:pt modelId="{E0C419F3-7EE1-4B3E-9D2B-BE80088CC58C}">
      <dgm:prSet/>
      <dgm:spPr/>
      <dgm:t>
        <a:bodyPr/>
        <a:lstStyle/>
        <a:p>
          <a:r>
            <a:rPr kumimoji="1" lang="en-US"/>
            <a:t>Gradients are calculated based on these subsets of data</a:t>
          </a:r>
          <a:endParaRPr lang="en-US"/>
        </a:p>
      </dgm:t>
    </dgm:pt>
    <dgm:pt modelId="{F53CFB8A-95AB-40CD-9629-53552B67AD18}" type="parTrans" cxnId="{85F93BE4-908E-4843-83BD-F5CE8370B076}">
      <dgm:prSet/>
      <dgm:spPr/>
      <dgm:t>
        <a:bodyPr/>
        <a:lstStyle/>
        <a:p>
          <a:endParaRPr lang="en-US"/>
        </a:p>
      </dgm:t>
    </dgm:pt>
    <dgm:pt modelId="{E5D0F59A-7372-472E-89CA-B01F6076EDC6}" type="sibTrans" cxnId="{85F93BE4-908E-4843-83BD-F5CE8370B076}">
      <dgm:prSet/>
      <dgm:spPr/>
      <dgm:t>
        <a:bodyPr/>
        <a:lstStyle/>
        <a:p>
          <a:endParaRPr lang="en-US"/>
        </a:p>
      </dgm:t>
    </dgm:pt>
    <dgm:pt modelId="{8B8CA02A-0ED3-4D5A-9D05-246A211D8F09}">
      <dgm:prSet/>
      <dgm:spPr/>
      <dgm:t>
        <a:bodyPr/>
        <a:lstStyle/>
        <a:p>
          <a:r>
            <a:rPr kumimoji="1" lang="en-US"/>
            <a:t>Stochastic Gradient Descent (SGD)</a:t>
          </a:r>
          <a:endParaRPr lang="en-US"/>
        </a:p>
      </dgm:t>
    </dgm:pt>
    <dgm:pt modelId="{DA2082FB-7A7D-446B-AA25-F4C7AC136D40}" type="parTrans" cxnId="{A5078457-82E7-4B3B-B4EA-A311BAB39953}">
      <dgm:prSet/>
      <dgm:spPr/>
      <dgm:t>
        <a:bodyPr/>
        <a:lstStyle/>
        <a:p>
          <a:endParaRPr lang="en-US"/>
        </a:p>
      </dgm:t>
    </dgm:pt>
    <dgm:pt modelId="{02604ACA-EDA3-410A-A6A7-A164E9B595E4}" type="sibTrans" cxnId="{A5078457-82E7-4B3B-B4EA-A311BAB39953}">
      <dgm:prSet/>
      <dgm:spPr/>
      <dgm:t>
        <a:bodyPr/>
        <a:lstStyle/>
        <a:p>
          <a:endParaRPr lang="en-US"/>
        </a:p>
      </dgm:t>
    </dgm:pt>
    <dgm:pt modelId="{C0822265-56C3-4386-B291-76FBA6BA1C06}">
      <dgm:prSet/>
      <dgm:spPr/>
      <dgm:t>
        <a:bodyPr/>
        <a:lstStyle/>
        <a:p>
          <a:r>
            <a:rPr kumimoji="1" lang="en-US"/>
            <a:t>The method of using randomly selected subsets for gradient calculation is termed Stochastic Gradient Descent (SGD)</a:t>
          </a:r>
          <a:endParaRPr lang="en-US"/>
        </a:p>
      </dgm:t>
    </dgm:pt>
    <dgm:pt modelId="{9583DEDB-57D7-4AB2-8699-496020639439}" type="parTrans" cxnId="{4A4E0FBF-88C3-423F-9E0B-20B9C16565E5}">
      <dgm:prSet/>
      <dgm:spPr/>
      <dgm:t>
        <a:bodyPr/>
        <a:lstStyle/>
        <a:p>
          <a:endParaRPr lang="en-US"/>
        </a:p>
      </dgm:t>
    </dgm:pt>
    <dgm:pt modelId="{B698B218-22B9-4C31-A3EA-541207C9C9B7}" type="sibTrans" cxnId="{4A4E0FBF-88C3-423F-9E0B-20B9C16565E5}">
      <dgm:prSet/>
      <dgm:spPr/>
      <dgm:t>
        <a:bodyPr/>
        <a:lstStyle/>
        <a:p>
          <a:endParaRPr lang="en-US"/>
        </a:p>
      </dgm:t>
    </dgm:pt>
    <dgm:pt modelId="{6FABDCD4-4CC8-45BC-9769-707B189B6886}">
      <dgm:prSet/>
      <dgm:spPr/>
      <dgm:t>
        <a:bodyPr/>
        <a:lstStyle/>
        <a:p>
          <a:r>
            <a:rPr kumimoji="1" lang="en-US"/>
            <a:t>The randomness in minibatch selection is a key feature of SGD</a:t>
          </a:r>
          <a:endParaRPr lang="en-US"/>
        </a:p>
      </dgm:t>
    </dgm:pt>
    <dgm:pt modelId="{D6FCC1FD-1ED7-4975-8B8D-0051F5E45FDF}" type="parTrans" cxnId="{A4D77310-D37C-431F-83BF-0BC192684870}">
      <dgm:prSet/>
      <dgm:spPr/>
      <dgm:t>
        <a:bodyPr/>
        <a:lstStyle/>
        <a:p>
          <a:endParaRPr lang="en-US"/>
        </a:p>
      </dgm:t>
    </dgm:pt>
    <dgm:pt modelId="{E8839D12-2A1D-4AAB-9612-AD8EF26B877C}" type="sibTrans" cxnId="{A4D77310-D37C-431F-83BF-0BC192684870}">
      <dgm:prSet/>
      <dgm:spPr/>
      <dgm:t>
        <a:bodyPr/>
        <a:lstStyle/>
        <a:p>
          <a:endParaRPr lang="en-US"/>
        </a:p>
      </dgm:t>
    </dgm:pt>
    <dgm:pt modelId="{D60E1F6A-7BB3-6B47-8FAC-0EEECEDE5ED6}" type="pres">
      <dgm:prSet presAssocID="{6AC44512-B9FB-4B47-ACFC-4C7C6F97D8F5}" presName="Name0" presStyleCnt="0">
        <dgm:presLayoutVars>
          <dgm:dir/>
          <dgm:animLvl val="lvl"/>
          <dgm:resizeHandles val="exact"/>
        </dgm:presLayoutVars>
      </dgm:prSet>
      <dgm:spPr/>
    </dgm:pt>
    <dgm:pt modelId="{B57B3E6A-32D2-B24B-9EA5-C506851264B6}" type="pres">
      <dgm:prSet presAssocID="{439CC7E0-DE5A-4D6E-80C4-274DB99A7E93}" presName="composite" presStyleCnt="0"/>
      <dgm:spPr/>
    </dgm:pt>
    <dgm:pt modelId="{6F1419D1-A595-E045-BC03-0A7EBD5C1341}" type="pres">
      <dgm:prSet presAssocID="{439CC7E0-DE5A-4D6E-80C4-274DB99A7E9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E6F97C1-56EB-9348-83E3-3885D46D5002}" type="pres">
      <dgm:prSet presAssocID="{439CC7E0-DE5A-4D6E-80C4-274DB99A7E93}" presName="desTx" presStyleLbl="alignAccFollowNode1" presStyleIdx="0" presStyleCnt="3">
        <dgm:presLayoutVars>
          <dgm:bulletEnabled val="1"/>
        </dgm:presLayoutVars>
      </dgm:prSet>
      <dgm:spPr/>
    </dgm:pt>
    <dgm:pt modelId="{702DCEBA-72C6-0B4D-AB82-C5E68DA6ED4A}" type="pres">
      <dgm:prSet presAssocID="{4C29E49C-42F7-4D42-B128-E74646C82700}" presName="space" presStyleCnt="0"/>
      <dgm:spPr/>
    </dgm:pt>
    <dgm:pt modelId="{E10EDE75-9905-4E47-9022-5D4678D9C621}" type="pres">
      <dgm:prSet presAssocID="{26DE6307-00CF-44D3-ABD0-A31AA095CC19}" presName="composite" presStyleCnt="0"/>
      <dgm:spPr/>
    </dgm:pt>
    <dgm:pt modelId="{DDA1B916-ACE2-D64B-BAA7-902CC7AEE9CC}" type="pres">
      <dgm:prSet presAssocID="{26DE6307-00CF-44D3-ABD0-A31AA095CC1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91E7D02-D4E8-5D47-8DAA-EDBE9BDC5F35}" type="pres">
      <dgm:prSet presAssocID="{26DE6307-00CF-44D3-ABD0-A31AA095CC19}" presName="desTx" presStyleLbl="alignAccFollowNode1" presStyleIdx="1" presStyleCnt="3">
        <dgm:presLayoutVars>
          <dgm:bulletEnabled val="1"/>
        </dgm:presLayoutVars>
      </dgm:prSet>
      <dgm:spPr/>
    </dgm:pt>
    <dgm:pt modelId="{458978A9-AA41-6D42-8BAF-98B6C86BCD97}" type="pres">
      <dgm:prSet presAssocID="{2505C7D9-2AB1-4209-BC48-F133071929B4}" presName="space" presStyleCnt="0"/>
      <dgm:spPr/>
    </dgm:pt>
    <dgm:pt modelId="{BEB318A3-B7F4-B94A-8D60-6678B4CEBB95}" type="pres">
      <dgm:prSet presAssocID="{8B8CA02A-0ED3-4D5A-9D05-246A211D8F09}" presName="composite" presStyleCnt="0"/>
      <dgm:spPr/>
    </dgm:pt>
    <dgm:pt modelId="{CAC7265E-2399-EF4A-BA4B-F9BDE1699D88}" type="pres">
      <dgm:prSet presAssocID="{8B8CA02A-0ED3-4D5A-9D05-246A211D8F0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F6D5858-CCD3-F046-989B-132C44DFC7CF}" type="pres">
      <dgm:prSet presAssocID="{8B8CA02A-0ED3-4D5A-9D05-246A211D8F0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4D77310-D37C-431F-83BF-0BC192684870}" srcId="{8B8CA02A-0ED3-4D5A-9D05-246A211D8F09}" destId="{6FABDCD4-4CC8-45BC-9769-707B189B6886}" srcOrd="1" destOrd="0" parTransId="{D6FCC1FD-1ED7-4975-8B8D-0051F5E45FDF}" sibTransId="{E8839D12-2A1D-4AAB-9612-AD8EF26B877C}"/>
    <dgm:cxn modelId="{E6882411-0011-5546-B739-7FD28C8B2829}" type="presOf" srcId="{54048C8F-B647-4005-89FB-735EC6DABCF3}" destId="{8E6F97C1-56EB-9348-83E3-3885D46D5002}" srcOrd="0" destOrd="1" presId="urn:microsoft.com/office/officeart/2005/8/layout/hList1"/>
    <dgm:cxn modelId="{81CD0D2E-4E2B-4448-82DC-F3688F8ADC62}" type="presOf" srcId="{69D56BD7-3B9F-4EB4-AD80-A12C75E97D2F}" destId="{8E6F97C1-56EB-9348-83E3-3885D46D5002}" srcOrd="0" destOrd="0" presId="urn:microsoft.com/office/officeart/2005/8/layout/hList1"/>
    <dgm:cxn modelId="{2AE28032-1477-C741-83E6-CEDB61B95EA8}" type="presOf" srcId="{26DE6307-00CF-44D3-ABD0-A31AA095CC19}" destId="{DDA1B916-ACE2-D64B-BAA7-902CC7AEE9CC}" srcOrd="0" destOrd="0" presId="urn:microsoft.com/office/officeart/2005/8/layout/hList1"/>
    <dgm:cxn modelId="{A5078457-82E7-4B3B-B4EA-A311BAB39953}" srcId="{6AC44512-B9FB-4B47-ACFC-4C7C6F97D8F5}" destId="{8B8CA02A-0ED3-4D5A-9D05-246A211D8F09}" srcOrd="2" destOrd="0" parTransId="{DA2082FB-7A7D-446B-AA25-F4C7AC136D40}" sibTransId="{02604ACA-EDA3-410A-A6A7-A164E9B595E4}"/>
    <dgm:cxn modelId="{F9BA325B-0E32-D747-BCAD-CE0EF86F9D09}" type="presOf" srcId="{6AC44512-B9FB-4B47-ACFC-4C7C6F97D8F5}" destId="{D60E1F6A-7BB3-6B47-8FAC-0EEECEDE5ED6}" srcOrd="0" destOrd="0" presId="urn:microsoft.com/office/officeart/2005/8/layout/hList1"/>
    <dgm:cxn modelId="{2D601C95-D234-452E-8298-77F8BC298E79}" srcId="{6AC44512-B9FB-4B47-ACFC-4C7C6F97D8F5}" destId="{26DE6307-00CF-44D3-ABD0-A31AA095CC19}" srcOrd="1" destOrd="0" parTransId="{F79BED32-11DD-4DAD-922B-2CB8D56D9473}" sibTransId="{2505C7D9-2AB1-4209-BC48-F133071929B4}"/>
    <dgm:cxn modelId="{03760099-30D6-D947-8D68-A2BD13E16228}" type="presOf" srcId="{E0C419F3-7EE1-4B3E-9D2B-BE80088CC58C}" destId="{D91E7D02-D4E8-5D47-8DAA-EDBE9BDC5F35}" srcOrd="0" destOrd="1" presId="urn:microsoft.com/office/officeart/2005/8/layout/hList1"/>
    <dgm:cxn modelId="{8EC50AA2-8D90-42AE-96AF-CDC10EFF2A8A}" srcId="{439CC7E0-DE5A-4D6E-80C4-274DB99A7E93}" destId="{69D56BD7-3B9F-4EB4-AD80-A12C75E97D2F}" srcOrd="0" destOrd="0" parTransId="{57A76CD3-9F5F-4EA2-BDB7-96EFCA7B463A}" sibTransId="{69EAF728-427D-4D27-9839-9892E07D7AAF}"/>
    <dgm:cxn modelId="{534B55A7-5F24-4126-8D42-B414E2AE57D1}" srcId="{6AC44512-B9FB-4B47-ACFC-4C7C6F97D8F5}" destId="{439CC7E0-DE5A-4D6E-80C4-274DB99A7E93}" srcOrd="0" destOrd="0" parTransId="{1CB042C1-D1B0-4AB2-B005-6BF32496DAA6}" sibTransId="{4C29E49C-42F7-4D42-B128-E74646C82700}"/>
    <dgm:cxn modelId="{919E7BAE-3A8D-1D47-9993-AB1245FB4A9D}" type="presOf" srcId="{439CC7E0-DE5A-4D6E-80C4-274DB99A7E93}" destId="{6F1419D1-A595-E045-BC03-0A7EBD5C1341}" srcOrd="0" destOrd="0" presId="urn:microsoft.com/office/officeart/2005/8/layout/hList1"/>
    <dgm:cxn modelId="{4A4E0FBF-88C3-423F-9E0B-20B9C16565E5}" srcId="{8B8CA02A-0ED3-4D5A-9D05-246A211D8F09}" destId="{C0822265-56C3-4386-B291-76FBA6BA1C06}" srcOrd="0" destOrd="0" parTransId="{9583DEDB-57D7-4AB2-8699-496020639439}" sibTransId="{B698B218-22B9-4C31-A3EA-541207C9C9B7}"/>
    <dgm:cxn modelId="{0411C9C4-3CFA-9E4C-B3BD-82FD5641570D}" type="presOf" srcId="{C0822265-56C3-4386-B291-76FBA6BA1C06}" destId="{AF6D5858-CCD3-F046-989B-132C44DFC7CF}" srcOrd="0" destOrd="0" presId="urn:microsoft.com/office/officeart/2005/8/layout/hList1"/>
    <dgm:cxn modelId="{C617F0C4-3160-45EC-AB2D-AF1242485941}" srcId="{439CC7E0-DE5A-4D6E-80C4-274DB99A7E93}" destId="{54048C8F-B647-4005-89FB-735EC6DABCF3}" srcOrd="1" destOrd="0" parTransId="{6CB3EA12-6CD1-498B-BF2C-D4A8610E3B1D}" sibTransId="{46DBD242-7359-4CB1-9CA9-74576DF6EE56}"/>
    <dgm:cxn modelId="{4E38FADA-F8E8-1C4D-846B-B3FA52CD442C}" type="presOf" srcId="{6FABDCD4-4CC8-45BC-9769-707B189B6886}" destId="{AF6D5858-CCD3-F046-989B-132C44DFC7CF}" srcOrd="0" destOrd="1" presId="urn:microsoft.com/office/officeart/2005/8/layout/hList1"/>
    <dgm:cxn modelId="{85F93BE4-908E-4843-83BD-F5CE8370B076}" srcId="{26DE6307-00CF-44D3-ABD0-A31AA095CC19}" destId="{E0C419F3-7EE1-4B3E-9D2B-BE80088CC58C}" srcOrd="1" destOrd="0" parTransId="{F53CFB8A-95AB-40CD-9629-53552B67AD18}" sibTransId="{E5D0F59A-7372-472E-89CA-B01F6076EDC6}"/>
    <dgm:cxn modelId="{06865AEB-2516-BD4D-9D7C-1F3CDF753373}" type="presOf" srcId="{E54E1C90-3BB4-4CDE-B9EC-10FCBF7ED45C}" destId="{D91E7D02-D4E8-5D47-8DAA-EDBE9BDC5F35}" srcOrd="0" destOrd="0" presId="urn:microsoft.com/office/officeart/2005/8/layout/hList1"/>
    <dgm:cxn modelId="{CABBD8F1-AB7C-D247-9A93-705D5045BF46}" type="presOf" srcId="{8B8CA02A-0ED3-4D5A-9D05-246A211D8F09}" destId="{CAC7265E-2399-EF4A-BA4B-F9BDE1699D88}" srcOrd="0" destOrd="0" presId="urn:microsoft.com/office/officeart/2005/8/layout/hList1"/>
    <dgm:cxn modelId="{46FC88F9-E379-458E-AABD-E7F54418F894}" srcId="{26DE6307-00CF-44D3-ABD0-A31AA095CC19}" destId="{E54E1C90-3BB4-4CDE-B9EC-10FCBF7ED45C}" srcOrd="0" destOrd="0" parTransId="{7C2E3E58-2B9D-4471-92D1-360CF2500E99}" sibTransId="{244462AD-0AA1-4A37-A371-298C12B99BC9}"/>
    <dgm:cxn modelId="{FFF1D0BF-9293-DA4F-AB69-657DF0AAD0EF}" type="presParOf" srcId="{D60E1F6A-7BB3-6B47-8FAC-0EEECEDE5ED6}" destId="{B57B3E6A-32D2-B24B-9EA5-C506851264B6}" srcOrd="0" destOrd="0" presId="urn:microsoft.com/office/officeart/2005/8/layout/hList1"/>
    <dgm:cxn modelId="{3F03F3B4-FBA4-124D-A1E4-B751509DC795}" type="presParOf" srcId="{B57B3E6A-32D2-B24B-9EA5-C506851264B6}" destId="{6F1419D1-A595-E045-BC03-0A7EBD5C1341}" srcOrd="0" destOrd="0" presId="urn:microsoft.com/office/officeart/2005/8/layout/hList1"/>
    <dgm:cxn modelId="{684A1016-5CFE-474A-84CF-620D8DB8A0FB}" type="presParOf" srcId="{B57B3E6A-32D2-B24B-9EA5-C506851264B6}" destId="{8E6F97C1-56EB-9348-83E3-3885D46D5002}" srcOrd="1" destOrd="0" presId="urn:microsoft.com/office/officeart/2005/8/layout/hList1"/>
    <dgm:cxn modelId="{6ED007E7-6E28-3C49-85DF-3191C6462AE0}" type="presParOf" srcId="{D60E1F6A-7BB3-6B47-8FAC-0EEECEDE5ED6}" destId="{702DCEBA-72C6-0B4D-AB82-C5E68DA6ED4A}" srcOrd="1" destOrd="0" presId="urn:microsoft.com/office/officeart/2005/8/layout/hList1"/>
    <dgm:cxn modelId="{EA61A235-4D62-024E-AAB8-0EAAC0DF893D}" type="presParOf" srcId="{D60E1F6A-7BB3-6B47-8FAC-0EEECEDE5ED6}" destId="{E10EDE75-9905-4E47-9022-5D4678D9C621}" srcOrd="2" destOrd="0" presId="urn:microsoft.com/office/officeart/2005/8/layout/hList1"/>
    <dgm:cxn modelId="{C3206B6D-F342-EF4E-A18E-B896C2B9C836}" type="presParOf" srcId="{E10EDE75-9905-4E47-9022-5D4678D9C621}" destId="{DDA1B916-ACE2-D64B-BAA7-902CC7AEE9CC}" srcOrd="0" destOrd="0" presId="urn:microsoft.com/office/officeart/2005/8/layout/hList1"/>
    <dgm:cxn modelId="{D63E8A4F-8F90-EE42-BE8D-944CA2BAC482}" type="presParOf" srcId="{E10EDE75-9905-4E47-9022-5D4678D9C621}" destId="{D91E7D02-D4E8-5D47-8DAA-EDBE9BDC5F35}" srcOrd="1" destOrd="0" presId="urn:microsoft.com/office/officeart/2005/8/layout/hList1"/>
    <dgm:cxn modelId="{21093EE4-0ABC-D746-99DC-E65CBD00B984}" type="presParOf" srcId="{D60E1F6A-7BB3-6B47-8FAC-0EEECEDE5ED6}" destId="{458978A9-AA41-6D42-8BAF-98B6C86BCD97}" srcOrd="3" destOrd="0" presId="urn:microsoft.com/office/officeart/2005/8/layout/hList1"/>
    <dgm:cxn modelId="{658DE21E-37CB-8446-BA8D-BBEA7880F542}" type="presParOf" srcId="{D60E1F6A-7BB3-6B47-8FAC-0EEECEDE5ED6}" destId="{BEB318A3-B7F4-B94A-8D60-6678B4CEBB95}" srcOrd="4" destOrd="0" presId="urn:microsoft.com/office/officeart/2005/8/layout/hList1"/>
    <dgm:cxn modelId="{B34178A6-5770-4B4A-96A0-B0A6E963B4A0}" type="presParOf" srcId="{BEB318A3-B7F4-B94A-8D60-6678B4CEBB95}" destId="{CAC7265E-2399-EF4A-BA4B-F9BDE1699D88}" srcOrd="0" destOrd="0" presId="urn:microsoft.com/office/officeart/2005/8/layout/hList1"/>
    <dgm:cxn modelId="{BC308200-CAD5-A842-9895-2130DEBE0FFC}" type="presParOf" srcId="{BEB318A3-B7F4-B94A-8D60-6678B4CEBB95}" destId="{AF6D5858-CCD3-F046-989B-132C44DFC7C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8A5B56F-2091-4F7E-8E7B-67529F02394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0652B7-63F5-4E46-A60A-8012D53FDBA7}">
      <dgm:prSet/>
      <dgm:spPr/>
      <dgm:t>
        <a:bodyPr/>
        <a:lstStyle/>
        <a:p>
          <a:r>
            <a:rPr lang="en-US" b="0" i="0"/>
            <a:t>One-layer network is capable of classifying linearly separable classes</a:t>
          </a:r>
          <a:endParaRPr lang="en-US"/>
        </a:p>
      </dgm:t>
    </dgm:pt>
    <dgm:pt modelId="{49B05E2C-4E6A-464E-BDB6-85C383AD7505}" type="parTrans" cxnId="{C7011ECC-2912-424C-A569-43CB73491768}">
      <dgm:prSet/>
      <dgm:spPr/>
      <dgm:t>
        <a:bodyPr/>
        <a:lstStyle/>
        <a:p>
          <a:endParaRPr lang="en-US"/>
        </a:p>
      </dgm:t>
    </dgm:pt>
    <dgm:pt modelId="{F5677F60-2972-4347-BD7E-745600D5AEC9}" type="sibTrans" cxnId="{C7011ECC-2912-424C-A569-43CB73491768}">
      <dgm:prSet/>
      <dgm:spPr/>
      <dgm:t>
        <a:bodyPr/>
        <a:lstStyle/>
        <a:p>
          <a:endParaRPr lang="en-US"/>
        </a:p>
      </dgm:t>
    </dgm:pt>
    <dgm:pt modelId="{294C0F2C-6511-4FE0-BCF3-1337ED73FD3A}">
      <dgm:prSet custT="1"/>
      <dgm:spPr/>
      <dgm:t>
        <a:bodyPr/>
        <a:lstStyle/>
        <a:p>
          <a:r>
            <a:rPr lang="en-US" sz="1400" b="0" i="0"/>
            <a:t>To build a richer model, we can combine several layers of the network</a:t>
          </a:r>
          <a:endParaRPr lang="en-US" sz="1400"/>
        </a:p>
      </dgm:t>
    </dgm:pt>
    <dgm:pt modelId="{F5AB4DBE-19BD-4B5D-A008-69D5879CBABC}" type="parTrans" cxnId="{EF53EF51-7B44-4505-B86E-1D0EF0081EFD}">
      <dgm:prSet/>
      <dgm:spPr/>
      <dgm:t>
        <a:bodyPr/>
        <a:lstStyle/>
        <a:p>
          <a:endParaRPr lang="en-US"/>
        </a:p>
      </dgm:t>
    </dgm:pt>
    <dgm:pt modelId="{F99BB5A6-56EA-47DC-B081-3753B8E41654}" type="sibTrans" cxnId="{EF53EF51-7B44-4505-B86E-1D0EF0081EFD}">
      <dgm:prSet/>
      <dgm:spPr/>
      <dgm:t>
        <a:bodyPr/>
        <a:lstStyle/>
        <a:p>
          <a:endParaRPr lang="en-US"/>
        </a:p>
      </dgm:t>
    </dgm:pt>
    <dgm:pt modelId="{60BE854D-A791-43A4-84A7-7EA81ED5B081}">
      <dgm:prSet custT="1"/>
      <dgm:spPr/>
      <dgm:t>
        <a:bodyPr/>
        <a:lstStyle/>
        <a:p>
          <a:r>
            <a:rPr lang="en-US" sz="1400" b="0" i="0" dirty="0"/>
            <a:t>Mathematically it would mean that the function </a:t>
          </a:r>
          <a:r>
            <a:rPr lang="en-US" sz="1400" b="0" i="1" dirty="0"/>
            <a:t>f</a:t>
          </a:r>
          <a:r>
            <a:rPr lang="en-US" sz="1400" b="0" i="0" dirty="0"/>
            <a:t> would have a more complex form, and will be computed in several steps:</a:t>
          </a:r>
          <a:endParaRPr lang="en-US" sz="1400" dirty="0"/>
        </a:p>
      </dgm:t>
    </dgm:pt>
    <dgm:pt modelId="{2DD71E7C-40AB-42A8-826D-F41449942736}" type="parTrans" cxnId="{98192ABC-851D-41A6-96C5-2E27360B60BC}">
      <dgm:prSet/>
      <dgm:spPr/>
      <dgm:t>
        <a:bodyPr/>
        <a:lstStyle/>
        <a:p>
          <a:endParaRPr lang="en-US"/>
        </a:p>
      </dgm:t>
    </dgm:pt>
    <dgm:pt modelId="{74EAA172-7FA9-4F1B-B795-80FD376F3ED7}" type="sibTrans" cxnId="{98192ABC-851D-41A6-96C5-2E27360B60BC}">
      <dgm:prSet/>
      <dgm:spPr/>
      <dgm:t>
        <a:bodyPr/>
        <a:lstStyle/>
        <a:p>
          <a:endParaRPr lang="en-US"/>
        </a:p>
      </dgm:t>
    </dgm:pt>
    <dgm:pt modelId="{FCF5DA13-F9DA-4893-8CCB-99BCB4946755}">
      <dgm:prSet custT="1"/>
      <dgm:spPr/>
      <dgm:t>
        <a:bodyPr/>
        <a:lstStyle/>
        <a:p>
          <a:r>
            <a:rPr lang="en-US" sz="1400" b="0" i="0"/>
            <a:t>z</a:t>
          </a:r>
          <a:r>
            <a:rPr lang="en-US" sz="1400" b="0" i="0" baseline="-25000"/>
            <a:t>1</a:t>
          </a:r>
          <a:r>
            <a:rPr lang="en-US" sz="1400" b="0" i="0"/>
            <a:t>=w</a:t>
          </a:r>
          <a:r>
            <a:rPr lang="en-US" sz="1400" b="0" i="0" baseline="-25000"/>
            <a:t>1</a:t>
          </a:r>
          <a:r>
            <a:rPr lang="en-US" sz="1400" b="0" i="0"/>
            <a:t>x+b</a:t>
          </a:r>
          <a:r>
            <a:rPr lang="en-US" sz="1400" b="0" i="0" baseline="-25000"/>
            <a:t>1</a:t>
          </a:r>
          <a:endParaRPr lang="en-US" sz="1400"/>
        </a:p>
      </dgm:t>
    </dgm:pt>
    <dgm:pt modelId="{0A8784D7-F953-4C66-BC5E-7CA58702AD93}" type="parTrans" cxnId="{A53DAC23-94FF-452A-8D99-D65816A4866D}">
      <dgm:prSet/>
      <dgm:spPr/>
      <dgm:t>
        <a:bodyPr/>
        <a:lstStyle/>
        <a:p>
          <a:endParaRPr lang="en-US"/>
        </a:p>
      </dgm:t>
    </dgm:pt>
    <dgm:pt modelId="{AB3F3954-BB1A-4CB8-B43F-81F58BC073A6}" type="sibTrans" cxnId="{A53DAC23-94FF-452A-8D99-D65816A4866D}">
      <dgm:prSet/>
      <dgm:spPr/>
      <dgm:t>
        <a:bodyPr/>
        <a:lstStyle/>
        <a:p>
          <a:endParaRPr lang="en-US"/>
        </a:p>
      </dgm:t>
    </dgm:pt>
    <dgm:pt modelId="{C0991A32-A994-4E79-B0AB-EF3B33428CB9}">
      <dgm:prSet custT="1"/>
      <dgm:spPr/>
      <dgm:t>
        <a:bodyPr/>
        <a:lstStyle/>
        <a:p>
          <a:r>
            <a:rPr lang="en-US" sz="1400" b="0" i="0"/>
            <a:t>z</a:t>
          </a:r>
          <a:r>
            <a:rPr lang="en-US" sz="1400" b="0" i="0" baseline="-25000"/>
            <a:t>2</a:t>
          </a:r>
          <a:r>
            <a:rPr lang="en-US" sz="1400" b="0" i="0"/>
            <a:t>=w</a:t>
          </a:r>
          <a:r>
            <a:rPr lang="en-US" sz="1400" b="0" i="0" baseline="-25000"/>
            <a:t>2</a:t>
          </a:r>
          <a:r>
            <a:rPr lang="el-GR" sz="1400" b="0" i="0"/>
            <a:t>α(</a:t>
          </a:r>
          <a:r>
            <a:rPr lang="en-US" sz="1400" b="0" i="0"/>
            <a:t>z</a:t>
          </a:r>
          <a:r>
            <a:rPr lang="en-US" sz="1400" b="0" i="0" baseline="-25000"/>
            <a:t>1</a:t>
          </a:r>
          <a:r>
            <a:rPr lang="en-US" sz="1400" b="0" i="0"/>
            <a:t>)+b</a:t>
          </a:r>
          <a:r>
            <a:rPr lang="en-US" sz="1400" b="0" i="0" baseline="-25000"/>
            <a:t>2</a:t>
          </a:r>
          <a:endParaRPr lang="en-US" sz="1400"/>
        </a:p>
      </dgm:t>
    </dgm:pt>
    <dgm:pt modelId="{62799106-D4DC-445B-9BC4-16CB3BD8FCA2}" type="parTrans" cxnId="{C8BAED28-62BF-4116-9E14-CABD27B7F7DA}">
      <dgm:prSet/>
      <dgm:spPr/>
      <dgm:t>
        <a:bodyPr/>
        <a:lstStyle/>
        <a:p>
          <a:endParaRPr lang="en-US"/>
        </a:p>
      </dgm:t>
    </dgm:pt>
    <dgm:pt modelId="{0CAA19E2-B05F-44AD-AD5D-47A5D82E4733}" type="sibTrans" cxnId="{C8BAED28-62BF-4116-9E14-CABD27B7F7DA}">
      <dgm:prSet/>
      <dgm:spPr/>
      <dgm:t>
        <a:bodyPr/>
        <a:lstStyle/>
        <a:p>
          <a:endParaRPr lang="en-US"/>
        </a:p>
      </dgm:t>
    </dgm:pt>
    <dgm:pt modelId="{EE19BF06-199C-42F1-BC57-EE71DE9AFDBA}">
      <dgm:prSet custT="1"/>
      <dgm:spPr/>
      <dgm:t>
        <a:bodyPr/>
        <a:lstStyle/>
        <a:p>
          <a:r>
            <a:rPr lang="en-US" sz="1400" b="0" i="0"/>
            <a:t>f = </a:t>
          </a:r>
          <a:r>
            <a:rPr lang="el-GR" sz="1400" b="0" i="0"/>
            <a:t>σ(</a:t>
          </a:r>
          <a:r>
            <a:rPr lang="en-US" sz="1400" b="0" i="0"/>
            <a:t>z</a:t>
          </a:r>
          <a:r>
            <a:rPr lang="en-US" sz="1400" b="0" i="0" baseline="-25000"/>
            <a:t>2</a:t>
          </a:r>
          <a:r>
            <a:rPr lang="en-US" sz="1400" b="0" i="0"/>
            <a:t>)</a:t>
          </a:r>
          <a:endParaRPr lang="en-US" sz="1400"/>
        </a:p>
      </dgm:t>
    </dgm:pt>
    <dgm:pt modelId="{A7B017BE-1996-461E-8D20-4415AA8813DC}" type="parTrans" cxnId="{EBA97047-E975-4101-8673-72E00E4EEA62}">
      <dgm:prSet/>
      <dgm:spPr/>
      <dgm:t>
        <a:bodyPr/>
        <a:lstStyle/>
        <a:p>
          <a:endParaRPr lang="en-US"/>
        </a:p>
      </dgm:t>
    </dgm:pt>
    <dgm:pt modelId="{362ED0CC-5F48-4698-BDEC-916BBEA6BD9B}" type="sibTrans" cxnId="{EBA97047-E975-4101-8673-72E00E4EEA62}">
      <dgm:prSet/>
      <dgm:spPr/>
      <dgm:t>
        <a:bodyPr/>
        <a:lstStyle/>
        <a:p>
          <a:endParaRPr lang="en-US"/>
        </a:p>
      </dgm:t>
    </dgm:pt>
    <dgm:pt modelId="{D1B412E0-93D3-453C-932E-8B65274A36B3}">
      <dgm:prSet/>
      <dgm:spPr/>
      <dgm:t>
        <a:bodyPr/>
        <a:lstStyle/>
        <a:p>
          <a:r>
            <a:rPr lang="el-GR" b="0" i="0" dirty="0"/>
            <a:t>α </a:t>
          </a:r>
          <a:r>
            <a:rPr lang="en-US" b="0" i="0" dirty="0"/>
            <a:t>is a </a:t>
          </a:r>
          <a:r>
            <a:rPr lang="en-US" b="1" i="0" dirty="0"/>
            <a:t>non-linear activation function</a:t>
          </a:r>
          <a:r>
            <a:rPr lang="en-US" b="0" i="0" dirty="0"/>
            <a:t>, </a:t>
          </a:r>
          <a:r>
            <a:rPr lang="el-GR" b="0" i="0" dirty="0"/>
            <a:t>σ </a:t>
          </a:r>
          <a:r>
            <a:rPr lang="en-US" b="0" i="0" dirty="0"/>
            <a:t>is a </a:t>
          </a:r>
          <a:r>
            <a:rPr lang="en-US" b="0" i="0" dirty="0" err="1"/>
            <a:t>softmax</a:t>
          </a:r>
          <a:r>
            <a:rPr lang="en-US" b="0" i="0" dirty="0"/>
            <a:t> function, and parameters</a:t>
          </a:r>
          <a:endParaRPr lang="en-US" dirty="0"/>
        </a:p>
      </dgm:t>
    </dgm:pt>
    <dgm:pt modelId="{5F196E4C-E512-4B28-947C-5067644EA5C5}" type="parTrans" cxnId="{28AD3B20-8B9D-49AE-B26B-E7036D57F852}">
      <dgm:prSet/>
      <dgm:spPr/>
      <dgm:t>
        <a:bodyPr/>
        <a:lstStyle/>
        <a:p>
          <a:endParaRPr lang="en-US"/>
        </a:p>
      </dgm:t>
    </dgm:pt>
    <dgm:pt modelId="{8D021214-8D77-459B-AC42-999529DF672A}" type="sibTrans" cxnId="{28AD3B20-8B9D-49AE-B26B-E7036D57F852}">
      <dgm:prSet/>
      <dgm:spPr/>
      <dgm:t>
        <a:bodyPr/>
        <a:lstStyle/>
        <a:p>
          <a:endParaRPr lang="en-US"/>
        </a:p>
      </dgm:t>
    </dgm:pt>
    <dgm:pt modelId="{0A1916EA-320F-4159-9685-8164BB2C151C}">
      <dgm:prSet/>
      <dgm:spPr/>
      <dgm:t>
        <a:bodyPr/>
        <a:lstStyle/>
        <a:p>
          <a:r>
            <a:rPr lang="el-GR" b="0" i="0"/>
            <a:t>θ=&lt;</a:t>
          </a:r>
          <a:r>
            <a:rPr lang="en-US" b="0" i="1"/>
            <a:t>w</a:t>
          </a:r>
          <a:r>
            <a:rPr lang="en-US" b="0" i="1" baseline="-25000"/>
            <a:t>1</a:t>
          </a:r>
          <a:r>
            <a:rPr lang="en-US" b="0" i="1"/>
            <a:t>,b</a:t>
          </a:r>
          <a:r>
            <a:rPr lang="en-US" b="0" i="1" baseline="-25000"/>
            <a:t>1</a:t>
          </a:r>
          <a:r>
            <a:rPr lang="en-US" b="0" i="1"/>
            <a:t>,w</a:t>
          </a:r>
          <a:r>
            <a:rPr lang="en-US" b="0" i="1" baseline="-25000"/>
            <a:t>2</a:t>
          </a:r>
          <a:r>
            <a:rPr lang="en-US" b="0" i="1"/>
            <a:t>,b</a:t>
          </a:r>
          <a:r>
            <a:rPr lang="en-US" b="0" i="1" baseline="-25000"/>
            <a:t>2</a:t>
          </a:r>
          <a:r>
            <a:rPr lang="en-US" b="0" i="0"/>
            <a:t>&gt;.</a:t>
          </a:r>
          <a:endParaRPr lang="en-US"/>
        </a:p>
      </dgm:t>
    </dgm:pt>
    <dgm:pt modelId="{132A7A0E-75E8-4916-969B-0D487AE9B171}" type="parTrans" cxnId="{6AC387D4-8DBC-4017-8157-5436442FB722}">
      <dgm:prSet/>
      <dgm:spPr/>
      <dgm:t>
        <a:bodyPr/>
        <a:lstStyle/>
        <a:p>
          <a:endParaRPr lang="en-US"/>
        </a:p>
      </dgm:t>
    </dgm:pt>
    <dgm:pt modelId="{25743071-6544-4ED6-A6C3-3F044539B359}" type="sibTrans" cxnId="{6AC387D4-8DBC-4017-8157-5436442FB722}">
      <dgm:prSet/>
      <dgm:spPr/>
      <dgm:t>
        <a:bodyPr/>
        <a:lstStyle/>
        <a:p>
          <a:endParaRPr lang="en-US"/>
        </a:p>
      </dgm:t>
    </dgm:pt>
    <dgm:pt modelId="{2740FEC2-5187-4114-9A49-00133376D0FC}" type="pres">
      <dgm:prSet presAssocID="{58A5B56F-2091-4F7E-8E7B-67529F02394D}" presName="root" presStyleCnt="0">
        <dgm:presLayoutVars>
          <dgm:dir/>
          <dgm:resizeHandles val="exact"/>
        </dgm:presLayoutVars>
      </dgm:prSet>
      <dgm:spPr/>
    </dgm:pt>
    <dgm:pt modelId="{3B3A7D48-6B31-44E3-B500-A7AC4317DE7D}" type="pres">
      <dgm:prSet presAssocID="{660652B7-63F5-4E46-A60A-8012D53FDBA7}" presName="compNode" presStyleCnt="0"/>
      <dgm:spPr/>
    </dgm:pt>
    <dgm:pt modelId="{65B9D637-2129-4B4F-A6F7-04EFF5597685}" type="pres">
      <dgm:prSet presAssocID="{660652B7-63F5-4E46-A60A-8012D53FDBA7}" presName="bgRect" presStyleLbl="bgShp" presStyleIdx="0" presStyleCnt="2"/>
      <dgm:spPr/>
    </dgm:pt>
    <dgm:pt modelId="{2BA59BE7-29F4-46D9-8579-BD0A48CFFFE2}" type="pres">
      <dgm:prSet presAssocID="{660652B7-63F5-4E46-A60A-8012D53FDBA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0F4C6E8C-08F4-405F-B97C-CC2119D73F3B}" type="pres">
      <dgm:prSet presAssocID="{660652B7-63F5-4E46-A60A-8012D53FDBA7}" presName="spaceRect" presStyleCnt="0"/>
      <dgm:spPr/>
    </dgm:pt>
    <dgm:pt modelId="{DFC88E29-22D7-4C70-A11C-7BE0392B35F7}" type="pres">
      <dgm:prSet presAssocID="{660652B7-63F5-4E46-A60A-8012D53FDBA7}" presName="parTx" presStyleLbl="revTx" presStyleIdx="0" presStyleCnt="4">
        <dgm:presLayoutVars>
          <dgm:chMax val="0"/>
          <dgm:chPref val="0"/>
        </dgm:presLayoutVars>
      </dgm:prSet>
      <dgm:spPr/>
    </dgm:pt>
    <dgm:pt modelId="{70F63C5A-1CC8-45DC-A833-31DD938FB883}" type="pres">
      <dgm:prSet presAssocID="{660652B7-63F5-4E46-A60A-8012D53FDBA7}" presName="desTx" presStyleLbl="revTx" presStyleIdx="1" presStyleCnt="4" custScaleY="172976">
        <dgm:presLayoutVars/>
      </dgm:prSet>
      <dgm:spPr/>
    </dgm:pt>
    <dgm:pt modelId="{D2997D3B-8D09-4491-B0FC-8CC45D7ADE79}" type="pres">
      <dgm:prSet presAssocID="{F5677F60-2972-4347-BD7E-745600D5AEC9}" presName="sibTrans" presStyleCnt="0"/>
      <dgm:spPr/>
    </dgm:pt>
    <dgm:pt modelId="{98E02BAF-5417-4800-AC90-F38298BF3781}" type="pres">
      <dgm:prSet presAssocID="{D1B412E0-93D3-453C-932E-8B65274A36B3}" presName="compNode" presStyleCnt="0"/>
      <dgm:spPr/>
    </dgm:pt>
    <dgm:pt modelId="{E0804CD4-B94F-46B0-8384-61DC5C0FA58B}" type="pres">
      <dgm:prSet presAssocID="{D1B412E0-93D3-453C-932E-8B65274A36B3}" presName="bgRect" presStyleLbl="bgShp" presStyleIdx="1" presStyleCnt="2"/>
      <dgm:spPr/>
    </dgm:pt>
    <dgm:pt modelId="{2B24D655-B87C-4B49-BB20-D2373D9231DA}" type="pres">
      <dgm:prSet presAssocID="{D1B412E0-93D3-453C-932E-8B65274A36B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확인 표시"/>
        </a:ext>
      </dgm:extLst>
    </dgm:pt>
    <dgm:pt modelId="{5DE44525-7802-4A2D-8E62-5D063706DAA7}" type="pres">
      <dgm:prSet presAssocID="{D1B412E0-93D3-453C-932E-8B65274A36B3}" presName="spaceRect" presStyleCnt="0"/>
      <dgm:spPr/>
    </dgm:pt>
    <dgm:pt modelId="{0CE4D402-DE03-4E19-AD1E-E68DFAC36A4A}" type="pres">
      <dgm:prSet presAssocID="{D1B412E0-93D3-453C-932E-8B65274A36B3}" presName="parTx" presStyleLbl="revTx" presStyleIdx="2" presStyleCnt="4">
        <dgm:presLayoutVars>
          <dgm:chMax val="0"/>
          <dgm:chPref val="0"/>
        </dgm:presLayoutVars>
      </dgm:prSet>
      <dgm:spPr/>
    </dgm:pt>
    <dgm:pt modelId="{B2545863-E164-41D1-AC4B-55EDE11A540C}" type="pres">
      <dgm:prSet presAssocID="{D1B412E0-93D3-453C-932E-8B65274A36B3}" presName="desTx" presStyleLbl="revTx" presStyleIdx="3" presStyleCnt="4">
        <dgm:presLayoutVars/>
      </dgm:prSet>
      <dgm:spPr/>
    </dgm:pt>
  </dgm:ptLst>
  <dgm:cxnLst>
    <dgm:cxn modelId="{8402D208-8B3F-4EAA-B19B-E3F8A87630B8}" type="presOf" srcId="{D1B412E0-93D3-453C-932E-8B65274A36B3}" destId="{0CE4D402-DE03-4E19-AD1E-E68DFAC36A4A}" srcOrd="0" destOrd="0" presId="urn:microsoft.com/office/officeart/2018/2/layout/IconVerticalSolidList"/>
    <dgm:cxn modelId="{0BF10017-FAB7-41B5-A5BB-48BAE7D37B83}" type="presOf" srcId="{C0991A32-A994-4E79-B0AB-EF3B33428CB9}" destId="{70F63C5A-1CC8-45DC-A833-31DD938FB883}" srcOrd="0" destOrd="3" presId="urn:microsoft.com/office/officeart/2018/2/layout/IconVerticalSolidList"/>
    <dgm:cxn modelId="{28AD3B20-8B9D-49AE-B26B-E7036D57F852}" srcId="{58A5B56F-2091-4F7E-8E7B-67529F02394D}" destId="{D1B412E0-93D3-453C-932E-8B65274A36B3}" srcOrd="1" destOrd="0" parTransId="{5F196E4C-E512-4B28-947C-5067644EA5C5}" sibTransId="{8D021214-8D77-459B-AC42-999529DF672A}"/>
    <dgm:cxn modelId="{1DFC0A23-55E0-4D85-954D-B48E28865B6C}" type="presOf" srcId="{60BE854D-A791-43A4-84A7-7EA81ED5B081}" destId="{70F63C5A-1CC8-45DC-A833-31DD938FB883}" srcOrd="0" destOrd="1" presId="urn:microsoft.com/office/officeart/2018/2/layout/IconVerticalSolidList"/>
    <dgm:cxn modelId="{A53DAC23-94FF-452A-8D99-D65816A4866D}" srcId="{60BE854D-A791-43A4-84A7-7EA81ED5B081}" destId="{FCF5DA13-F9DA-4893-8CCB-99BCB4946755}" srcOrd="0" destOrd="0" parTransId="{0A8784D7-F953-4C66-BC5E-7CA58702AD93}" sibTransId="{AB3F3954-BB1A-4CB8-B43F-81F58BC073A6}"/>
    <dgm:cxn modelId="{C8BAED28-62BF-4116-9E14-CABD27B7F7DA}" srcId="{60BE854D-A791-43A4-84A7-7EA81ED5B081}" destId="{C0991A32-A994-4E79-B0AB-EF3B33428CB9}" srcOrd="1" destOrd="0" parTransId="{62799106-D4DC-445B-9BC4-16CB3BD8FCA2}" sibTransId="{0CAA19E2-B05F-44AD-AD5D-47A5D82E4733}"/>
    <dgm:cxn modelId="{B1F8802B-3A45-4E40-B873-8FECB09B9318}" type="presOf" srcId="{660652B7-63F5-4E46-A60A-8012D53FDBA7}" destId="{DFC88E29-22D7-4C70-A11C-7BE0392B35F7}" srcOrd="0" destOrd="0" presId="urn:microsoft.com/office/officeart/2018/2/layout/IconVerticalSolidList"/>
    <dgm:cxn modelId="{D88FD33F-3110-49B4-A71A-875DFC3A8EAE}" type="presOf" srcId="{EE19BF06-199C-42F1-BC57-EE71DE9AFDBA}" destId="{70F63C5A-1CC8-45DC-A833-31DD938FB883}" srcOrd="0" destOrd="4" presId="urn:microsoft.com/office/officeart/2018/2/layout/IconVerticalSolidList"/>
    <dgm:cxn modelId="{EBA97047-E975-4101-8673-72E00E4EEA62}" srcId="{60BE854D-A791-43A4-84A7-7EA81ED5B081}" destId="{EE19BF06-199C-42F1-BC57-EE71DE9AFDBA}" srcOrd="2" destOrd="0" parTransId="{A7B017BE-1996-461E-8D20-4415AA8813DC}" sibTransId="{362ED0CC-5F48-4698-BDEC-916BBEA6BD9B}"/>
    <dgm:cxn modelId="{EF53EF51-7B44-4505-B86E-1D0EF0081EFD}" srcId="{660652B7-63F5-4E46-A60A-8012D53FDBA7}" destId="{294C0F2C-6511-4FE0-BCF3-1337ED73FD3A}" srcOrd="0" destOrd="0" parTransId="{F5AB4DBE-19BD-4B5D-A008-69D5879CBABC}" sibTransId="{F99BB5A6-56EA-47DC-B081-3753B8E41654}"/>
    <dgm:cxn modelId="{56CA3163-F646-4134-8FE3-6B40530A1C3E}" type="presOf" srcId="{58A5B56F-2091-4F7E-8E7B-67529F02394D}" destId="{2740FEC2-5187-4114-9A49-00133376D0FC}" srcOrd="0" destOrd="0" presId="urn:microsoft.com/office/officeart/2018/2/layout/IconVerticalSolidList"/>
    <dgm:cxn modelId="{8362CE97-9A89-4CCC-BC74-F26F376C46BD}" type="presOf" srcId="{294C0F2C-6511-4FE0-BCF3-1337ED73FD3A}" destId="{70F63C5A-1CC8-45DC-A833-31DD938FB883}" srcOrd="0" destOrd="0" presId="urn:microsoft.com/office/officeart/2018/2/layout/IconVerticalSolidList"/>
    <dgm:cxn modelId="{98192ABC-851D-41A6-96C5-2E27360B60BC}" srcId="{660652B7-63F5-4E46-A60A-8012D53FDBA7}" destId="{60BE854D-A791-43A4-84A7-7EA81ED5B081}" srcOrd="1" destOrd="0" parTransId="{2DD71E7C-40AB-42A8-826D-F41449942736}" sibTransId="{74EAA172-7FA9-4F1B-B795-80FD376F3ED7}"/>
    <dgm:cxn modelId="{C7011ECC-2912-424C-A569-43CB73491768}" srcId="{58A5B56F-2091-4F7E-8E7B-67529F02394D}" destId="{660652B7-63F5-4E46-A60A-8012D53FDBA7}" srcOrd="0" destOrd="0" parTransId="{49B05E2C-4E6A-464E-BDB6-85C383AD7505}" sibTransId="{F5677F60-2972-4347-BD7E-745600D5AEC9}"/>
    <dgm:cxn modelId="{6AC387D4-8DBC-4017-8157-5436442FB722}" srcId="{D1B412E0-93D3-453C-932E-8B65274A36B3}" destId="{0A1916EA-320F-4159-9685-8164BB2C151C}" srcOrd="0" destOrd="0" parTransId="{132A7A0E-75E8-4916-969B-0D487AE9B171}" sibTransId="{25743071-6544-4ED6-A6C3-3F044539B359}"/>
    <dgm:cxn modelId="{7B078AE5-AEA5-4371-ACB7-33BA534A8C49}" type="presOf" srcId="{0A1916EA-320F-4159-9685-8164BB2C151C}" destId="{B2545863-E164-41D1-AC4B-55EDE11A540C}" srcOrd="0" destOrd="0" presId="urn:microsoft.com/office/officeart/2018/2/layout/IconVerticalSolidList"/>
    <dgm:cxn modelId="{94E1B4FA-308E-4D7B-8A10-A59AC7D2492B}" type="presOf" srcId="{FCF5DA13-F9DA-4893-8CCB-99BCB4946755}" destId="{70F63C5A-1CC8-45DC-A833-31DD938FB883}" srcOrd="0" destOrd="2" presId="urn:microsoft.com/office/officeart/2018/2/layout/IconVerticalSolidList"/>
    <dgm:cxn modelId="{92F0515B-E87B-431E-B1B7-3EC0F046B088}" type="presParOf" srcId="{2740FEC2-5187-4114-9A49-00133376D0FC}" destId="{3B3A7D48-6B31-44E3-B500-A7AC4317DE7D}" srcOrd="0" destOrd="0" presId="urn:microsoft.com/office/officeart/2018/2/layout/IconVerticalSolidList"/>
    <dgm:cxn modelId="{AC9A1AA2-AD9A-4D5B-877F-810134C56CD7}" type="presParOf" srcId="{3B3A7D48-6B31-44E3-B500-A7AC4317DE7D}" destId="{65B9D637-2129-4B4F-A6F7-04EFF5597685}" srcOrd="0" destOrd="0" presId="urn:microsoft.com/office/officeart/2018/2/layout/IconVerticalSolidList"/>
    <dgm:cxn modelId="{2CF09A34-9608-422F-BFEB-D76FAC3906C4}" type="presParOf" srcId="{3B3A7D48-6B31-44E3-B500-A7AC4317DE7D}" destId="{2BA59BE7-29F4-46D9-8579-BD0A48CFFFE2}" srcOrd="1" destOrd="0" presId="urn:microsoft.com/office/officeart/2018/2/layout/IconVerticalSolidList"/>
    <dgm:cxn modelId="{9BA460DC-B148-4EAD-AB92-80BA844A6544}" type="presParOf" srcId="{3B3A7D48-6B31-44E3-B500-A7AC4317DE7D}" destId="{0F4C6E8C-08F4-405F-B97C-CC2119D73F3B}" srcOrd="2" destOrd="0" presId="urn:microsoft.com/office/officeart/2018/2/layout/IconVerticalSolidList"/>
    <dgm:cxn modelId="{9CCEBB1A-6BB2-4AB9-9318-75C6C57D0F6F}" type="presParOf" srcId="{3B3A7D48-6B31-44E3-B500-A7AC4317DE7D}" destId="{DFC88E29-22D7-4C70-A11C-7BE0392B35F7}" srcOrd="3" destOrd="0" presId="urn:microsoft.com/office/officeart/2018/2/layout/IconVerticalSolidList"/>
    <dgm:cxn modelId="{693B76B7-E6C7-4D5E-8686-36190505C3CC}" type="presParOf" srcId="{3B3A7D48-6B31-44E3-B500-A7AC4317DE7D}" destId="{70F63C5A-1CC8-45DC-A833-31DD938FB883}" srcOrd="4" destOrd="0" presId="urn:microsoft.com/office/officeart/2018/2/layout/IconVerticalSolidList"/>
    <dgm:cxn modelId="{C0F8AA5F-8AD1-48E4-B3FE-43E2BEB09638}" type="presParOf" srcId="{2740FEC2-5187-4114-9A49-00133376D0FC}" destId="{D2997D3B-8D09-4491-B0FC-8CC45D7ADE79}" srcOrd="1" destOrd="0" presId="urn:microsoft.com/office/officeart/2018/2/layout/IconVerticalSolidList"/>
    <dgm:cxn modelId="{0440D9EE-0992-4694-8664-A3C81BAEF2C3}" type="presParOf" srcId="{2740FEC2-5187-4114-9A49-00133376D0FC}" destId="{98E02BAF-5417-4800-AC90-F38298BF3781}" srcOrd="2" destOrd="0" presId="urn:microsoft.com/office/officeart/2018/2/layout/IconVerticalSolidList"/>
    <dgm:cxn modelId="{02D995D5-498D-4DB2-A3E9-ABA644B4F241}" type="presParOf" srcId="{98E02BAF-5417-4800-AC90-F38298BF3781}" destId="{E0804CD4-B94F-46B0-8384-61DC5C0FA58B}" srcOrd="0" destOrd="0" presId="urn:microsoft.com/office/officeart/2018/2/layout/IconVerticalSolidList"/>
    <dgm:cxn modelId="{96B53FAE-2AB0-47F3-A20F-AB594FCAD749}" type="presParOf" srcId="{98E02BAF-5417-4800-AC90-F38298BF3781}" destId="{2B24D655-B87C-4B49-BB20-D2373D9231DA}" srcOrd="1" destOrd="0" presId="urn:microsoft.com/office/officeart/2018/2/layout/IconVerticalSolidList"/>
    <dgm:cxn modelId="{2BB88F6F-5D3C-4F46-81AC-500CFCE829E9}" type="presParOf" srcId="{98E02BAF-5417-4800-AC90-F38298BF3781}" destId="{5DE44525-7802-4A2D-8E62-5D063706DAA7}" srcOrd="2" destOrd="0" presId="urn:microsoft.com/office/officeart/2018/2/layout/IconVerticalSolidList"/>
    <dgm:cxn modelId="{623E9BE9-FE31-475A-8562-24FB16D24536}" type="presParOf" srcId="{98E02BAF-5417-4800-AC90-F38298BF3781}" destId="{0CE4D402-DE03-4E19-AD1E-E68DFAC36A4A}" srcOrd="3" destOrd="0" presId="urn:microsoft.com/office/officeart/2018/2/layout/IconVerticalSolidList"/>
    <dgm:cxn modelId="{51838C8A-C071-4938-8CDA-E5241DC669F4}" type="presParOf" srcId="{98E02BAF-5417-4800-AC90-F38298BF3781}" destId="{B2545863-E164-41D1-AC4B-55EDE11A540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6FDCBE3-4736-43C6-BE52-91E96BC0C3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78F9D19-0D0F-4FC5-A50F-643DAB016493}">
      <dgm:prSet/>
      <dgm:spPr/>
      <dgm:t>
        <a:bodyPr/>
        <a:lstStyle/>
        <a:p>
          <a:r>
            <a:rPr kumimoji="1" lang="en-US"/>
            <a:t>While libraries like NumPy can handle basic numerical operations, computing gradients requires additional mechanisms</a:t>
          </a:r>
          <a:endParaRPr lang="en-US"/>
        </a:p>
      </dgm:t>
    </dgm:pt>
    <dgm:pt modelId="{06F3AC3E-8946-4C78-A69E-EFC217195BE0}" type="parTrans" cxnId="{535A9297-51C5-427F-B482-0F835759ED6F}">
      <dgm:prSet/>
      <dgm:spPr/>
      <dgm:t>
        <a:bodyPr/>
        <a:lstStyle/>
        <a:p>
          <a:endParaRPr lang="en-US"/>
        </a:p>
      </dgm:t>
    </dgm:pt>
    <dgm:pt modelId="{8EFC911A-D44C-4EF6-8FD0-91A1E50D13F7}" type="sibTrans" cxnId="{535A9297-51C5-427F-B482-0F835759ED6F}">
      <dgm:prSet/>
      <dgm:spPr/>
      <dgm:t>
        <a:bodyPr/>
        <a:lstStyle/>
        <a:p>
          <a:endParaRPr lang="en-US"/>
        </a:p>
      </dgm:t>
    </dgm:pt>
    <dgm:pt modelId="{ABB95217-87F8-4842-A1EA-43BCB9FBBEFB}">
      <dgm:prSet/>
      <dgm:spPr/>
      <dgm:t>
        <a:bodyPr/>
        <a:lstStyle/>
        <a:p>
          <a:r>
            <a:rPr kumimoji="1" lang="en-US"/>
            <a:t>Initially, derivatives for backpropagation must be manually coded within the framework's backward method</a:t>
          </a:r>
          <a:endParaRPr lang="en-US"/>
        </a:p>
      </dgm:t>
    </dgm:pt>
    <dgm:pt modelId="{7AD18368-B20C-4B4A-A821-87D29D8DA764}" type="parTrans" cxnId="{EAD9AB6E-80AE-464C-9EAB-F6F8585D803B}">
      <dgm:prSet/>
      <dgm:spPr/>
      <dgm:t>
        <a:bodyPr/>
        <a:lstStyle/>
        <a:p>
          <a:endParaRPr lang="en-US"/>
        </a:p>
      </dgm:t>
    </dgm:pt>
    <dgm:pt modelId="{51375AF7-64F4-41EA-B8AC-2CB62041C864}" type="sibTrans" cxnId="{EAD9AB6E-80AE-464C-9EAB-F6F8585D803B}">
      <dgm:prSet/>
      <dgm:spPr/>
      <dgm:t>
        <a:bodyPr/>
        <a:lstStyle/>
        <a:p>
          <a:endParaRPr lang="en-US"/>
        </a:p>
      </dgm:t>
    </dgm:pt>
    <dgm:pt modelId="{50F9F231-A091-4E68-881C-1D92A61C9C18}">
      <dgm:prSet/>
      <dgm:spPr/>
      <dgm:t>
        <a:bodyPr/>
        <a:lstStyle/>
        <a:p>
          <a:r>
            <a:rPr kumimoji="1" lang="en-US"/>
            <a:t>An ideal framework would automate gradient computation, allowing for gradients of any defined expression to be calculated efficiently</a:t>
          </a:r>
          <a:endParaRPr lang="en-US"/>
        </a:p>
      </dgm:t>
    </dgm:pt>
    <dgm:pt modelId="{A2C3D348-7510-4D99-BBDC-582E8EED8406}" type="parTrans" cxnId="{D9C7D682-3022-4D70-ADBC-4EFEF04294F0}">
      <dgm:prSet/>
      <dgm:spPr/>
      <dgm:t>
        <a:bodyPr/>
        <a:lstStyle/>
        <a:p>
          <a:endParaRPr lang="en-US"/>
        </a:p>
      </dgm:t>
    </dgm:pt>
    <dgm:pt modelId="{059BFC00-F434-406B-A0D5-08458C2079BC}" type="sibTrans" cxnId="{D9C7D682-3022-4D70-ADBC-4EFEF04294F0}">
      <dgm:prSet/>
      <dgm:spPr/>
      <dgm:t>
        <a:bodyPr/>
        <a:lstStyle/>
        <a:p>
          <a:endParaRPr lang="en-US"/>
        </a:p>
      </dgm:t>
    </dgm:pt>
    <dgm:pt modelId="{7F41C5A7-FA79-45B3-B09D-345A49BF42C8}" type="pres">
      <dgm:prSet presAssocID="{66FDCBE3-4736-43C6-BE52-91E96BC0C309}" presName="root" presStyleCnt="0">
        <dgm:presLayoutVars>
          <dgm:dir/>
          <dgm:resizeHandles val="exact"/>
        </dgm:presLayoutVars>
      </dgm:prSet>
      <dgm:spPr/>
    </dgm:pt>
    <dgm:pt modelId="{041F1DB8-5FEC-47C6-9F6A-C7BE46F0D8E6}" type="pres">
      <dgm:prSet presAssocID="{178F9D19-0D0F-4FC5-A50F-643DAB016493}" presName="compNode" presStyleCnt="0"/>
      <dgm:spPr/>
    </dgm:pt>
    <dgm:pt modelId="{BE58E02D-EDA5-43FB-AFFB-EB895C382868}" type="pres">
      <dgm:prSet presAssocID="{178F9D19-0D0F-4FC5-A50F-643DAB016493}" presName="bgRect" presStyleLbl="bgShp" presStyleIdx="0" presStyleCnt="3"/>
      <dgm:spPr/>
    </dgm:pt>
    <dgm:pt modelId="{738D7AE0-FB50-4EFE-B4B2-A0B15A28A154}" type="pres">
      <dgm:prSet presAssocID="{178F9D19-0D0F-4FC5-A50F-643DAB0164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프로세서"/>
        </a:ext>
      </dgm:extLst>
    </dgm:pt>
    <dgm:pt modelId="{02D8C53F-3DC4-48FF-97AF-985F7D555950}" type="pres">
      <dgm:prSet presAssocID="{178F9D19-0D0F-4FC5-A50F-643DAB016493}" presName="spaceRect" presStyleCnt="0"/>
      <dgm:spPr/>
    </dgm:pt>
    <dgm:pt modelId="{A1552E9A-3ECF-42A5-AFCF-0B11C0155215}" type="pres">
      <dgm:prSet presAssocID="{178F9D19-0D0F-4FC5-A50F-643DAB016493}" presName="parTx" presStyleLbl="revTx" presStyleIdx="0" presStyleCnt="3">
        <dgm:presLayoutVars>
          <dgm:chMax val="0"/>
          <dgm:chPref val="0"/>
        </dgm:presLayoutVars>
      </dgm:prSet>
      <dgm:spPr/>
    </dgm:pt>
    <dgm:pt modelId="{1DB37284-9EB9-45D8-ADBC-F77A4CDF1F62}" type="pres">
      <dgm:prSet presAssocID="{8EFC911A-D44C-4EF6-8FD0-91A1E50D13F7}" presName="sibTrans" presStyleCnt="0"/>
      <dgm:spPr/>
    </dgm:pt>
    <dgm:pt modelId="{86CED71A-1552-48E1-AF85-7F7053D287F3}" type="pres">
      <dgm:prSet presAssocID="{ABB95217-87F8-4842-A1EA-43BCB9FBBEFB}" presName="compNode" presStyleCnt="0"/>
      <dgm:spPr/>
    </dgm:pt>
    <dgm:pt modelId="{F5DD945A-49A9-481F-B5B1-FD8EE2BAA61C}" type="pres">
      <dgm:prSet presAssocID="{ABB95217-87F8-4842-A1EA-43BCB9FBBEFB}" presName="bgRect" presStyleLbl="bgShp" presStyleIdx="1" presStyleCnt="3"/>
      <dgm:spPr/>
    </dgm:pt>
    <dgm:pt modelId="{E6F2A303-97B5-4C0E-B79D-4FE380232F53}" type="pres">
      <dgm:prSet presAssocID="{ABB95217-87F8-4842-A1EA-43BCB9FBBEF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금지"/>
        </a:ext>
      </dgm:extLst>
    </dgm:pt>
    <dgm:pt modelId="{47269AE1-82E6-495E-96C2-03DBD49CA0C5}" type="pres">
      <dgm:prSet presAssocID="{ABB95217-87F8-4842-A1EA-43BCB9FBBEFB}" presName="spaceRect" presStyleCnt="0"/>
      <dgm:spPr/>
    </dgm:pt>
    <dgm:pt modelId="{4DEEB4C3-D1AD-4056-A12E-2B21DDAC9D30}" type="pres">
      <dgm:prSet presAssocID="{ABB95217-87F8-4842-A1EA-43BCB9FBBEFB}" presName="parTx" presStyleLbl="revTx" presStyleIdx="1" presStyleCnt="3">
        <dgm:presLayoutVars>
          <dgm:chMax val="0"/>
          <dgm:chPref val="0"/>
        </dgm:presLayoutVars>
      </dgm:prSet>
      <dgm:spPr/>
    </dgm:pt>
    <dgm:pt modelId="{7ADA34BC-34FA-47AB-AF19-220F579CD10E}" type="pres">
      <dgm:prSet presAssocID="{51375AF7-64F4-41EA-B8AC-2CB62041C864}" presName="sibTrans" presStyleCnt="0"/>
      <dgm:spPr/>
    </dgm:pt>
    <dgm:pt modelId="{FA3D51B0-05DF-45D4-9939-191045886C9B}" type="pres">
      <dgm:prSet presAssocID="{50F9F231-A091-4E68-881C-1D92A61C9C18}" presName="compNode" presStyleCnt="0"/>
      <dgm:spPr/>
    </dgm:pt>
    <dgm:pt modelId="{DC64D1EB-808B-4EAE-BFEE-7BB71C1C8A8B}" type="pres">
      <dgm:prSet presAssocID="{50F9F231-A091-4E68-881C-1D92A61C9C18}" presName="bgRect" presStyleLbl="bgShp" presStyleIdx="2" presStyleCnt="3"/>
      <dgm:spPr/>
    </dgm:pt>
    <dgm:pt modelId="{024DAA14-D026-4339-B2BE-BF229EC3F386}" type="pres">
      <dgm:prSet presAssocID="{50F9F231-A091-4E68-881C-1D92A61C9C1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순서도"/>
        </a:ext>
      </dgm:extLst>
    </dgm:pt>
    <dgm:pt modelId="{390E4464-B790-43BE-8550-71FEED19D85F}" type="pres">
      <dgm:prSet presAssocID="{50F9F231-A091-4E68-881C-1D92A61C9C18}" presName="spaceRect" presStyleCnt="0"/>
      <dgm:spPr/>
    </dgm:pt>
    <dgm:pt modelId="{41E03F6C-D2A6-4451-9ABD-CBACAB036631}" type="pres">
      <dgm:prSet presAssocID="{50F9F231-A091-4E68-881C-1D92A61C9C1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4923517-1B27-4A8D-B79E-807B4E1E6957}" type="presOf" srcId="{66FDCBE3-4736-43C6-BE52-91E96BC0C309}" destId="{7F41C5A7-FA79-45B3-B09D-345A49BF42C8}" srcOrd="0" destOrd="0" presId="urn:microsoft.com/office/officeart/2018/2/layout/IconVerticalSolidList"/>
    <dgm:cxn modelId="{8EB89E1B-1A22-4B57-9BDF-06B9A3E01D57}" type="presOf" srcId="{178F9D19-0D0F-4FC5-A50F-643DAB016493}" destId="{A1552E9A-3ECF-42A5-AFCF-0B11C0155215}" srcOrd="0" destOrd="0" presId="urn:microsoft.com/office/officeart/2018/2/layout/IconVerticalSolidList"/>
    <dgm:cxn modelId="{CFC89246-C1ED-420F-9328-F7736E8BAC4C}" type="presOf" srcId="{50F9F231-A091-4E68-881C-1D92A61C9C18}" destId="{41E03F6C-D2A6-4451-9ABD-CBACAB036631}" srcOrd="0" destOrd="0" presId="urn:microsoft.com/office/officeart/2018/2/layout/IconVerticalSolidList"/>
    <dgm:cxn modelId="{1DE2F350-EFF2-48B2-9831-D27000B3E70F}" type="presOf" srcId="{ABB95217-87F8-4842-A1EA-43BCB9FBBEFB}" destId="{4DEEB4C3-D1AD-4056-A12E-2B21DDAC9D30}" srcOrd="0" destOrd="0" presId="urn:microsoft.com/office/officeart/2018/2/layout/IconVerticalSolidList"/>
    <dgm:cxn modelId="{EAD9AB6E-80AE-464C-9EAB-F6F8585D803B}" srcId="{66FDCBE3-4736-43C6-BE52-91E96BC0C309}" destId="{ABB95217-87F8-4842-A1EA-43BCB9FBBEFB}" srcOrd="1" destOrd="0" parTransId="{7AD18368-B20C-4B4A-A821-87D29D8DA764}" sibTransId="{51375AF7-64F4-41EA-B8AC-2CB62041C864}"/>
    <dgm:cxn modelId="{D9C7D682-3022-4D70-ADBC-4EFEF04294F0}" srcId="{66FDCBE3-4736-43C6-BE52-91E96BC0C309}" destId="{50F9F231-A091-4E68-881C-1D92A61C9C18}" srcOrd="2" destOrd="0" parTransId="{A2C3D348-7510-4D99-BBDC-582E8EED8406}" sibTransId="{059BFC00-F434-406B-A0D5-08458C2079BC}"/>
    <dgm:cxn modelId="{535A9297-51C5-427F-B482-0F835759ED6F}" srcId="{66FDCBE3-4736-43C6-BE52-91E96BC0C309}" destId="{178F9D19-0D0F-4FC5-A50F-643DAB016493}" srcOrd="0" destOrd="0" parTransId="{06F3AC3E-8946-4C78-A69E-EFC217195BE0}" sibTransId="{8EFC911A-D44C-4EF6-8FD0-91A1E50D13F7}"/>
    <dgm:cxn modelId="{130F220C-84B5-441A-BD66-94B2A12D5CB6}" type="presParOf" srcId="{7F41C5A7-FA79-45B3-B09D-345A49BF42C8}" destId="{041F1DB8-5FEC-47C6-9F6A-C7BE46F0D8E6}" srcOrd="0" destOrd="0" presId="urn:microsoft.com/office/officeart/2018/2/layout/IconVerticalSolidList"/>
    <dgm:cxn modelId="{C6B3AB50-7A14-47A9-9372-FFC01DA83055}" type="presParOf" srcId="{041F1DB8-5FEC-47C6-9F6A-C7BE46F0D8E6}" destId="{BE58E02D-EDA5-43FB-AFFB-EB895C382868}" srcOrd="0" destOrd="0" presId="urn:microsoft.com/office/officeart/2018/2/layout/IconVerticalSolidList"/>
    <dgm:cxn modelId="{57D1CE07-F574-4417-9818-8093C87A001E}" type="presParOf" srcId="{041F1DB8-5FEC-47C6-9F6A-C7BE46F0D8E6}" destId="{738D7AE0-FB50-4EFE-B4B2-A0B15A28A154}" srcOrd="1" destOrd="0" presId="urn:microsoft.com/office/officeart/2018/2/layout/IconVerticalSolidList"/>
    <dgm:cxn modelId="{9CFFC9AD-07EB-4BB1-B9D8-99EA50E7EE45}" type="presParOf" srcId="{041F1DB8-5FEC-47C6-9F6A-C7BE46F0D8E6}" destId="{02D8C53F-3DC4-48FF-97AF-985F7D555950}" srcOrd="2" destOrd="0" presId="urn:microsoft.com/office/officeart/2018/2/layout/IconVerticalSolidList"/>
    <dgm:cxn modelId="{FF38037B-EE11-4A82-B9C2-BC9326B4A562}" type="presParOf" srcId="{041F1DB8-5FEC-47C6-9F6A-C7BE46F0D8E6}" destId="{A1552E9A-3ECF-42A5-AFCF-0B11C0155215}" srcOrd="3" destOrd="0" presId="urn:microsoft.com/office/officeart/2018/2/layout/IconVerticalSolidList"/>
    <dgm:cxn modelId="{0FCC2208-3B8B-48C6-B23A-5933F4D78663}" type="presParOf" srcId="{7F41C5A7-FA79-45B3-B09D-345A49BF42C8}" destId="{1DB37284-9EB9-45D8-ADBC-F77A4CDF1F62}" srcOrd="1" destOrd="0" presId="urn:microsoft.com/office/officeart/2018/2/layout/IconVerticalSolidList"/>
    <dgm:cxn modelId="{48C78CE8-B63E-4FD0-B8E9-6A69C2CADB86}" type="presParOf" srcId="{7F41C5A7-FA79-45B3-B09D-345A49BF42C8}" destId="{86CED71A-1552-48E1-AF85-7F7053D287F3}" srcOrd="2" destOrd="0" presId="urn:microsoft.com/office/officeart/2018/2/layout/IconVerticalSolidList"/>
    <dgm:cxn modelId="{182A01FE-8199-4A99-8042-53817B8CA180}" type="presParOf" srcId="{86CED71A-1552-48E1-AF85-7F7053D287F3}" destId="{F5DD945A-49A9-481F-B5B1-FD8EE2BAA61C}" srcOrd="0" destOrd="0" presId="urn:microsoft.com/office/officeart/2018/2/layout/IconVerticalSolidList"/>
    <dgm:cxn modelId="{9461C1EB-E359-4BDB-9AFC-E3F8B262D89B}" type="presParOf" srcId="{86CED71A-1552-48E1-AF85-7F7053D287F3}" destId="{E6F2A303-97B5-4C0E-B79D-4FE380232F53}" srcOrd="1" destOrd="0" presId="urn:microsoft.com/office/officeart/2018/2/layout/IconVerticalSolidList"/>
    <dgm:cxn modelId="{04B07E68-52DB-4AC6-BA3F-488D04899B64}" type="presParOf" srcId="{86CED71A-1552-48E1-AF85-7F7053D287F3}" destId="{47269AE1-82E6-495E-96C2-03DBD49CA0C5}" srcOrd="2" destOrd="0" presId="urn:microsoft.com/office/officeart/2018/2/layout/IconVerticalSolidList"/>
    <dgm:cxn modelId="{3CE39541-DE05-47D7-926C-15EA5F8B8FCB}" type="presParOf" srcId="{86CED71A-1552-48E1-AF85-7F7053D287F3}" destId="{4DEEB4C3-D1AD-4056-A12E-2B21DDAC9D30}" srcOrd="3" destOrd="0" presId="urn:microsoft.com/office/officeart/2018/2/layout/IconVerticalSolidList"/>
    <dgm:cxn modelId="{18AC09A4-19F3-400D-BA2F-3DC8FC43FDA8}" type="presParOf" srcId="{7F41C5A7-FA79-45B3-B09D-345A49BF42C8}" destId="{7ADA34BC-34FA-47AB-AF19-220F579CD10E}" srcOrd="3" destOrd="0" presId="urn:microsoft.com/office/officeart/2018/2/layout/IconVerticalSolidList"/>
    <dgm:cxn modelId="{734EB3E1-3F74-413B-81E7-8F814AAA895B}" type="presParOf" srcId="{7F41C5A7-FA79-45B3-B09D-345A49BF42C8}" destId="{FA3D51B0-05DF-45D4-9939-191045886C9B}" srcOrd="4" destOrd="0" presId="urn:microsoft.com/office/officeart/2018/2/layout/IconVerticalSolidList"/>
    <dgm:cxn modelId="{A2E8EAEE-3BA7-4E54-AF1A-C748CF93929C}" type="presParOf" srcId="{FA3D51B0-05DF-45D4-9939-191045886C9B}" destId="{DC64D1EB-808B-4EAE-BFEE-7BB71C1C8A8B}" srcOrd="0" destOrd="0" presId="urn:microsoft.com/office/officeart/2018/2/layout/IconVerticalSolidList"/>
    <dgm:cxn modelId="{DDFBEE6A-84AA-48CA-A661-3F378F679129}" type="presParOf" srcId="{FA3D51B0-05DF-45D4-9939-191045886C9B}" destId="{024DAA14-D026-4339-B2BE-BF229EC3F386}" srcOrd="1" destOrd="0" presId="urn:microsoft.com/office/officeart/2018/2/layout/IconVerticalSolidList"/>
    <dgm:cxn modelId="{A37D8CEE-7C42-4C70-A673-77C976C2E5AA}" type="presParOf" srcId="{FA3D51B0-05DF-45D4-9939-191045886C9B}" destId="{390E4464-B790-43BE-8550-71FEED19D85F}" srcOrd="2" destOrd="0" presId="urn:microsoft.com/office/officeart/2018/2/layout/IconVerticalSolidList"/>
    <dgm:cxn modelId="{DD1359AE-BABD-43CA-BC5A-1A54A457C3E6}" type="presParOf" srcId="{FA3D51B0-05DF-45D4-9939-191045886C9B}" destId="{41E03F6C-D2A6-4451-9ABD-CBACAB0366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D2902D6-D3BE-4B58-8076-6973EEFDA00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20FB06-FB15-4EB4-8EA9-FFA09E17AE65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Allows operation with tensors on both CPU and GPU</a:t>
          </a:r>
          <a:endParaRPr lang="en-US"/>
        </a:p>
      </dgm:t>
    </dgm:pt>
    <dgm:pt modelId="{A5CEA3FF-B297-475A-9A5A-3CBDEAC9F54C}" type="parTrans" cxnId="{60A0BAA9-42D8-41C7-9A25-6F34B55EBF34}">
      <dgm:prSet/>
      <dgm:spPr/>
      <dgm:t>
        <a:bodyPr/>
        <a:lstStyle/>
        <a:p>
          <a:endParaRPr lang="en-US"/>
        </a:p>
      </dgm:t>
    </dgm:pt>
    <dgm:pt modelId="{E728215B-471D-45A6-BDE7-89DF71FA3018}" type="sibTrans" cxnId="{60A0BAA9-42D8-41C7-9A25-6F34B55EBF34}">
      <dgm:prSet/>
      <dgm:spPr/>
      <dgm:t>
        <a:bodyPr/>
        <a:lstStyle/>
        <a:p>
          <a:endParaRPr lang="en-US"/>
        </a:p>
      </dgm:t>
    </dgm:pt>
    <dgm:pt modelId="{03C11DB3-C4C6-4EDA-803A-E82C3801A8B8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Enables building computational graphs that define the computations necessary for output (typically loss functions) based on input parameters</a:t>
          </a:r>
          <a:endParaRPr lang="en-US"/>
        </a:p>
      </dgm:t>
    </dgm:pt>
    <dgm:pt modelId="{1151D5D2-F2D9-47FE-88FF-8162D36087D1}" type="parTrans" cxnId="{6705FEF5-39B7-4A37-9C53-AF45B3896DBD}">
      <dgm:prSet/>
      <dgm:spPr/>
      <dgm:t>
        <a:bodyPr/>
        <a:lstStyle/>
        <a:p>
          <a:endParaRPr lang="en-US"/>
        </a:p>
      </dgm:t>
    </dgm:pt>
    <dgm:pt modelId="{C4D614EA-70FE-4D78-A73D-CB0FA935AEF3}" type="sibTrans" cxnId="{6705FEF5-39B7-4A37-9C53-AF45B3896DBD}">
      <dgm:prSet/>
      <dgm:spPr/>
      <dgm:t>
        <a:bodyPr/>
        <a:lstStyle/>
        <a:p>
          <a:endParaRPr lang="en-US"/>
        </a:p>
      </dgm:t>
    </dgm:pt>
    <dgm:pt modelId="{36BC5673-7486-4AE6-94B1-5FA58625728F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Supports differentiation of computational graphs to compute gradients for model parameter optimization</a:t>
          </a:r>
          <a:endParaRPr lang="en-US"/>
        </a:p>
      </dgm:t>
    </dgm:pt>
    <dgm:pt modelId="{BB0EB6CE-F403-43A7-A6A3-3B305BB48F26}" type="parTrans" cxnId="{6FE4BDB9-31C8-4194-AEB2-57569A8DBAF6}">
      <dgm:prSet/>
      <dgm:spPr/>
      <dgm:t>
        <a:bodyPr/>
        <a:lstStyle/>
        <a:p>
          <a:endParaRPr lang="en-US"/>
        </a:p>
      </dgm:t>
    </dgm:pt>
    <dgm:pt modelId="{F23C815D-DFCF-46B2-BDAF-8EDB2800C36E}" type="sibTrans" cxnId="{6FE4BDB9-31C8-4194-AEB2-57569A8DBAF6}">
      <dgm:prSet/>
      <dgm:spPr/>
      <dgm:t>
        <a:bodyPr/>
        <a:lstStyle/>
        <a:p>
          <a:endParaRPr lang="en-US"/>
        </a:p>
      </dgm:t>
    </dgm:pt>
    <dgm:pt modelId="{2CECF71E-CE4E-4397-B61E-4C27A3CF3A5A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Foundational for custom and innovative neural network architectures, particularly useful in research</a:t>
          </a:r>
          <a:endParaRPr lang="en-US"/>
        </a:p>
      </dgm:t>
    </dgm:pt>
    <dgm:pt modelId="{2606EFB1-57A7-4AA5-8176-7889952CBCDF}" type="parTrans" cxnId="{437C1585-883E-43BA-9213-A516AC913DD5}">
      <dgm:prSet/>
      <dgm:spPr/>
      <dgm:t>
        <a:bodyPr/>
        <a:lstStyle/>
        <a:p>
          <a:endParaRPr lang="en-US"/>
        </a:p>
      </dgm:t>
    </dgm:pt>
    <dgm:pt modelId="{E3699963-9355-47AF-A8F5-22C16EB13029}" type="sibTrans" cxnId="{437C1585-883E-43BA-9213-A516AC913DD5}">
      <dgm:prSet/>
      <dgm:spPr/>
      <dgm:t>
        <a:bodyPr/>
        <a:lstStyle/>
        <a:p>
          <a:endParaRPr lang="en-US"/>
        </a:p>
      </dgm:t>
    </dgm:pt>
    <dgm:pt modelId="{E8A5DAF3-0DAD-4689-A231-1D12ABF4B082}" type="pres">
      <dgm:prSet presAssocID="{7D2902D6-D3BE-4B58-8076-6973EEFDA006}" presName="root" presStyleCnt="0">
        <dgm:presLayoutVars>
          <dgm:dir/>
          <dgm:resizeHandles val="exact"/>
        </dgm:presLayoutVars>
      </dgm:prSet>
      <dgm:spPr/>
    </dgm:pt>
    <dgm:pt modelId="{C37EC621-B147-499E-99C5-3DA468889F80}" type="pres">
      <dgm:prSet presAssocID="{EE20FB06-FB15-4EB4-8EA9-FFA09E17AE65}" presName="compNode" presStyleCnt="0"/>
      <dgm:spPr/>
    </dgm:pt>
    <dgm:pt modelId="{8BA567F2-8FFD-454F-995F-7E0B568969E0}" type="pres">
      <dgm:prSet presAssocID="{EE20FB06-FB15-4EB4-8EA9-FFA09E17AE65}" presName="bgRect" presStyleLbl="bgShp" presStyleIdx="0" presStyleCnt="4"/>
      <dgm:spPr/>
    </dgm:pt>
    <dgm:pt modelId="{CA7A9A4B-428E-4967-A924-D4DA0ECF02EF}" type="pres">
      <dgm:prSet presAssocID="{EE20FB06-FB15-4EB4-8EA9-FFA09E17AE6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컴퓨터"/>
        </a:ext>
      </dgm:extLst>
    </dgm:pt>
    <dgm:pt modelId="{4B166019-CBE6-4A1E-AD85-9A447C7DB822}" type="pres">
      <dgm:prSet presAssocID="{EE20FB06-FB15-4EB4-8EA9-FFA09E17AE65}" presName="spaceRect" presStyleCnt="0"/>
      <dgm:spPr/>
    </dgm:pt>
    <dgm:pt modelId="{EA517734-1279-4DD3-8D0F-078DAAD6CC8C}" type="pres">
      <dgm:prSet presAssocID="{EE20FB06-FB15-4EB4-8EA9-FFA09E17AE65}" presName="parTx" presStyleLbl="revTx" presStyleIdx="0" presStyleCnt="4">
        <dgm:presLayoutVars>
          <dgm:chMax val="0"/>
          <dgm:chPref val="0"/>
        </dgm:presLayoutVars>
      </dgm:prSet>
      <dgm:spPr/>
    </dgm:pt>
    <dgm:pt modelId="{17ABC11F-529D-4CBC-8633-AEB6A424A814}" type="pres">
      <dgm:prSet presAssocID="{E728215B-471D-45A6-BDE7-89DF71FA3018}" presName="sibTrans" presStyleCnt="0"/>
      <dgm:spPr/>
    </dgm:pt>
    <dgm:pt modelId="{BED217B9-A4C8-430F-A9D4-21AD5EB5D295}" type="pres">
      <dgm:prSet presAssocID="{03C11DB3-C4C6-4EDA-803A-E82C3801A8B8}" presName="compNode" presStyleCnt="0"/>
      <dgm:spPr/>
    </dgm:pt>
    <dgm:pt modelId="{97165489-3D97-4129-9670-E9E4E718AAE9}" type="pres">
      <dgm:prSet presAssocID="{03C11DB3-C4C6-4EDA-803A-E82C3801A8B8}" presName="bgRect" presStyleLbl="bgShp" presStyleIdx="1" presStyleCnt="4"/>
      <dgm:spPr/>
    </dgm:pt>
    <dgm:pt modelId="{46996B90-4BF9-41B9-B657-6990F2038F41}" type="pres">
      <dgm:prSet presAssocID="{03C11DB3-C4C6-4EDA-803A-E82C3801A8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통계"/>
        </a:ext>
      </dgm:extLst>
    </dgm:pt>
    <dgm:pt modelId="{728CEBE5-6852-4079-9F67-ED51775F90B0}" type="pres">
      <dgm:prSet presAssocID="{03C11DB3-C4C6-4EDA-803A-E82C3801A8B8}" presName="spaceRect" presStyleCnt="0"/>
      <dgm:spPr/>
    </dgm:pt>
    <dgm:pt modelId="{6D6CC04C-0D89-4B6A-BF74-2C0ECAC71C72}" type="pres">
      <dgm:prSet presAssocID="{03C11DB3-C4C6-4EDA-803A-E82C3801A8B8}" presName="parTx" presStyleLbl="revTx" presStyleIdx="1" presStyleCnt="4">
        <dgm:presLayoutVars>
          <dgm:chMax val="0"/>
          <dgm:chPref val="0"/>
        </dgm:presLayoutVars>
      </dgm:prSet>
      <dgm:spPr/>
    </dgm:pt>
    <dgm:pt modelId="{1FA8698C-FA80-4E5E-95F6-46A946C0A3F8}" type="pres">
      <dgm:prSet presAssocID="{C4D614EA-70FE-4D78-A73D-CB0FA935AEF3}" presName="sibTrans" presStyleCnt="0"/>
      <dgm:spPr/>
    </dgm:pt>
    <dgm:pt modelId="{9805ECA9-9235-4698-8D2C-DAB53048E938}" type="pres">
      <dgm:prSet presAssocID="{36BC5673-7486-4AE6-94B1-5FA58625728F}" presName="compNode" presStyleCnt="0"/>
      <dgm:spPr/>
    </dgm:pt>
    <dgm:pt modelId="{4126D1FB-AD54-45B5-B460-B0F60793981F}" type="pres">
      <dgm:prSet presAssocID="{36BC5673-7486-4AE6-94B1-5FA58625728F}" presName="bgRect" presStyleLbl="bgShp" presStyleIdx="2" presStyleCnt="4"/>
      <dgm:spPr/>
    </dgm:pt>
    <dgm:pt modelId="{2DBC0D1E-A2D8-4720-8794-B5171036F000}" type="pres">
      <dgm:prSet presAssocID="{36BC5673-7486-4AE6-94B1-5FA58625728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확인 표시"/>
        </a:ext>
      </dgm:extLst>
    </dgm:pt>
    <dgm:pt modelId="{8574784F-8A20-4AA4-8F97-E124E3855C3B}" type="pres">
      <dgm:prSet presAssocID="{36BC5673-7486-4AE6-94B1-5FA58625728F}" presName="spaceRect" presStyleCnt="0"/>
      <dgm:spPr/>
    </dgm:pt>
    <dgm:pt modelId="{BBBF367C-B64B-400F-9C7B-C9FCF12CADEE}" type="pres">
      <dgm:prSet presAssocID="{36BC5673-7486-4AE6-94B1-5FA58625728F}" presName="parTx" presStyleLbl="revTx" presStyleIdx="2" presStyleCnt="4">
        <dgm:presLayoutVars>
          <dgm:chMax val="0"/>
          <dgm:chPref val="0"/>
        </dgm:presLayoutVars>
      </dgm:prSet>
      <dgm:spPr/>
    </dgm:pt>
    <dgm:pt modelId="{EB4B2AB9-C6AB-4EA9-B1B0-C3434282CED1}" type="pres">
      <dgm:prSet presAssocID="{F23C815D-DFCF-46B2-BDAF-8EDB2800C36E}" presName="sibTrans" presStyleCnt="0"/>
      <dgm:spPr/>
    </dgm:pt>
    <dgm:pt modelId="{AE3CB8BC-D1B9-40D5-B6D0-2169676F9699}" type="pres">
      <dgm:prSet presAssocID="{2CECF71E-CE4E-4397-B61E-4C27A3CF3A5A}" presName="compNode" presStyleCnt="0"/>
      <dgm:spPr/>
    </dgm:pt>
    <dgm:pt modelId="{1CD56500-8E27-4816-B2F2-9288F8091B30}" type="pres">
      <dgm:prSet presAssocID="{2CECF71E-CE4E-4397-B61E-4C27A3CF3A5A}" presName="bgRect" presStyleLbl="bgShp" presStyleIdx="3" presStyleCnt="4"/>
      <dgm:spPr/>
    </dgm:pt>
    <dgm:pt modelId="{0955F03E-2B06-4863-A99F-1FD91CA3781F}" type="pres">
      <dgm:prSet presAssocID="{2CECF71E-CE4E-4397-B61E-4C27A3CF3A5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C1AEAFE-D7B1-48BF-B51A-CDBF9AD4BFF6}" type="pres">
      <dgm:prSet presAssocID="{2CECF71E-CE4E-4397-B61E-4C27A3CF3A5A}" presName="spaceRect" presStyleCnt="0"/>
      <dgm:spPr/>
    </dgm:pt>
    <dgm:pt modelId="{96B4553F-71AF-4168-B384-E1A4BBACD3B5}" type="pres">
      <dgm:prSet presAssocID="{2CECF71E-CE4E-4397-B61E-4C27A3CF3A5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39B1A01-EA25-43C7-837F-9861B7CC3C58}" type="presOf" srcId="{03C11DB3-C4C6-4EDA-803A-E82C3801A8B8}" destId="{6D6CC04C-0D89-4B6A-BF74-2C0ECAC71C72}" srcOrd="0" destOrd="0" presId="urn:microsoft.com/office/officeart/2018/2/layout/IconVerticalSolidList"/>
    <dgm:cxn modelId="{D1682A49-AFF5-491E-A970-1185E5D6DC17}" type="presOf" srcId="{EE20FB06-FB15-4EB4-8EA9-FFA09E17AE65}" destId="{EA517734-1279-4DD3-8D0F-078DAAD6CC8C}" srcOrd="0" destOrd="0" presId="urn:microsoft.com/office/officeart/2018/2/layout/IconVerticalSolidList"/>
    <dgm:cxn modelId="{68555F58-E696-4A6F-8441-343F94A6B8D9}" type="presOf" srcId="{2CECF71E-CE4E-4397-B61E-4C27A3CF3A5A}" destId="{96B4553F-71AF-4168-B384-E1A4BBACD3B5}" srcOrd="0" destOrd="0" presId="urn:microsoft.com/office/officeart/2018/2/layout/IconVerticalSolidList"/>
    <dgm:cxn modelId="{B238D174-76DE-491F-8D37-2FE2F256F84A}" type="presOf" srcId="{7D2902D6-D3BE-4B58-8076-6973EEFDA006}" destId="{E8A5DAF3-0DAD-4689-A231-1D12ABF4B082}" srcOrd="0" destOrd="0" presId="urn:microsoft.com/office/officeart/2018/2/layout/IconVerticalSolidList"/>
    <dgm:cxn modelId="{437C1585-883E-43BA-9213-A516AC913DD5}" srcId="{7D2902D6-D3BE-4B58-8076-6973EEFDA006}" destId="{2CECF71E-CE4E-4397-B61E-4C27A3CF3A5A}" srcOrd="3" destOrd="0" parTransId="{2606EFB1-57A7-4AA5-8176-7889952CBCDF}" sibTransId="{E3699963-9355-47AF-A8F5-22C16EB13029}"/>
    <dgm:cxn modelId="{3B3FB08B-810B-4527-B0CE-9948615465F7}" type="presOf" srcId="{36BC5673-7486-4AE6-94B1-5FA58625728F}" destId="{BBBF367C-B64B-400F-9C7B-C9FCF12CADEE}" srcOrd="0" destOrd="0" presId="urn:microsoft.com/office/officeart/2018/2/layout/IconVerticalSolidList"/>
    <dgm:cxn modelId="{60A0BAA9-42D8-41C7-9A25-6F34B55EBF34}" srcId="{7D2902D6-D3BE-4B58-8076-6973EEFDA006}" destId="{EE20FB06-FB15-4EB4-8EA9-FFA09E17AE65}" srcOrd="0" destOrd="0" parTransId="{A5CEA3FF-B297-475A-9A5A-3CBDEAC9F54C}" sibTransId="{E728215B-471D-45A6-BDE7-89DF71FA3018}"/>
    <dgm:cxn modelId="{6FE4BDB9-31C8-4194-AEB2-57569A8DBAF6}" srcId="{7D2902D6-D3BE-4B58-8076-6973EEFDA006}" destId="{36BC5673-7486-4AE6-94B1-5FA58625728F}" srcOrd="2" destOrd="0" parTransId="{BB0EB6CE-F403-43A7-A6A3-3B305BB48F26}" sibTransId="{F23C815D-DFCF-46B2-BDAF-8EDB2800C36E}"/>
    <dgm:cxn modelId="{6705FEF5-39B7-4A37-9C53-AF45B3896DBD}" srcId="{7D2902D6-D3BE-4B58-8076-6973EEFDA006}" destId="{03C11DB3-C4C6-4EDA-803A-E82C3801A8B8}" srcOrd="1" destOrd="0" parTransId="{1151D5D2-F2D9-47FE-88FF-8162D36087D1}" sibTransId="{C4D614EA-70FE-4D78-A73D-CB0FA935AEF3}"/>
    <dgm:cxn modelId="{97DB2EF8-205B-4D10-8DAC-5FB39E63FB68}" type="presParOf" srcId="{E8A5DAF3-0DAD-4689-A231-1D12ABF4B082}" destId="{C37EC621-B147-499E-99C5-3DA468889F80}" srcOrd="0" destOrd="0" presId="urn:microsoft.com/office/officeart/2018/2/layout/IconVerticalSolidList"/>
    <dgm:cxn modelId="{BC278427-ED1B-4205-9B96-4FC08E4AC509}" type="presParOf" srcId="{C37EC621-B147-499E-99C5-3DA468889F80}" destId="{8BA567F2-8FFD-454F-995F-7E0B568969E0}" srcOrd="0" destOrd="0" presId="urn:microsoft.com/office/officeart/2018/2/layout/IconVerticalSolidList"/>
    <dgm:cxn modelId="{1CFE7747-0B35-4534-8719-A23F4BC9E4AA}" type="presParOf" srcId="{C37EC621-B147-499E-99C5-3DA468889F80}" destId="{CA7A9A4B-428E-4967-A924-D4DA0ECF02EF}" srcOrd="1" destOrd="0" presId="urn:microsoft.com/office/officeart/2018/2/layout/IconVerticalSolidList"/>
    <dgm:cxn modelId="{EBD73F0B-AFA9-444C-BCA4-A0B5D7A2C331}" type="presParOf" srcId="{C37EC621-B147-499E-99C5-3DA468889F80}" destId="{4B166019-CBE6-4A1E-AD85-9A447C7DB822}" srcOrd="2" destOrd="0" presId="urn:microsoft.com/office/officeart/2018/2/layout/IconVerticalSolidList"/>
    <dgm:cxn modelId="{E180D1DB-23C3-4B92-84EB-5C511B33881D}" type="presParOf" srcId="{C37EC621-B147-499E-99C5-3DA468889F80}" destId="{EA517734-1279-4DD3-8D0F-078DAAD6CC8C}" srcOrd="3" destOrd="0" presId="urn:microsoft.com/office/officeart/2018/2/layout/IconVerticalSolidList"/>
    <dgm:cxn modelId="{7E7AB252-3460-43DC-BEFA-E5835B0A810C}" type="presParOf" srcId="{E8A5DAF3-0DAD-4689-A231-1D12ABF4B082}" destId="{17ABC11F-529D-4CBC-8633-AEB6A424A814}" srcOrd="1" destOrd="0" presId="urn:microsoft.com/office/officeart/2018/2/layout/IconVerticalSolidList"/>
    <dgm:cxn modelId="{D3F877E4-66A4-485B-8E87-4FD6A2016426}" type="presParOf" srcId="{E8A5DAF3-0DAD-4689-A231-1D12ABF4B082}" destId="{BED217B9-A4C8-430F-A9D4-21AD5EB5D295}" srcOrd="2" destOrd="0" presId="urn:microsoft.com/office/officeart/2018/2/layout/IconVerticalSolidList"/>
    <dgm:cxn modelId="{6167FF9F-B4CB-4652-AF1B-0E42DF065D48}" type="presParOf" srcId="{BED217B9-A4C8-430F-A9D4-21AD5EB5D295}" destId="{97165489-3D97-4129-9670-E9E4E718AAE9}" srcOrd="0" destOrd="0" presId="urn:microsoft.com/office/officeart/2018/2/layout/IconVerticalSolidList"/>
    <dgm:cxn modelId="{41778E01-67BB-4FB9-A4F5-50E47453C3D6}" type="presParOf" srcId="{BED217B9-A4C8-430F-A9D4-21AD5EB5D295}" destId="{46996B90-4BF9-41B9-B657-6990F2038F41}" srcOrd="1" destOrd="0" presId="urn:microsoft.com/office/officeart/2018/2/layout/IconVerticalSolidList"/>
    <dgm:cxn modelId="{11BCD471-B3FF-4C43-B42E-B343981A8288}" type="presParOf" srcId="{BED217B9-A4C8-430F-A9D4-21AD5EB5D295}" destId="{728CEBE5-6852-4079-9F67-ED51775F90B0}" srcOrd="2" destOrd="0" presId="urn:microsoft.com/office/officeart/2018/2/layout/IconVerticalSolidList"/>
    <dgm:cxn modelId="{E0A73723-ACDF-4137-AE4F-C63C082055A2}" type="presParOf" srcId="{BED217B9-A4C8-430F-A9D4-21AD5EB5D295}" destId="{6D6CC04C-0D89-4B6A-BF74-2C0ECAC71C72}" srcOrd="3" destOrd="0" presId="urn:microsoft.com/office/officeart/2018/2/layout/IconVerticalSolidList"/>
    <dgm:cxn modelId="{57D72233-AB0A-4CAA-9475-B863E11813F6}" type="presParOf" srcId="{E8A5DAF3-0DAD-4689-A231-1D12ABF4B082}" destId="{1FA8698C-FA80-4E5E-95F6-46A946C0A3F8}" srcOrd="3" destOrd="0" presId="urn:microsoft.com/office/officeart/2018/2/layout/IconVerticalSolidList"/>
    <dgm:cxn modelId="{C00B76D8-BD46-44EA-B602-2C7FA6D37187}" type="presParOf" srcId="{E8A5DAF3-0DAD-4689-A231-1D12ABF4B082}" destId="{9805ECA9-9235-4698-8D2C-DAB53048E938}" srcOrd="4" destOrd="0" presId="urn:microsoft.com/office/officeart/2018/2/layout/IconVerticalSolidList"/>
    <dgm:cxn modelId="{9FD3B266-BEF7-41D3-A525-112997156B15}" type="presParOf" srcId="{9805ECA9-9235-4698-8D2C-DAB53048E938}" destId="{4126D1FB-AD54-45B5-B460-B0F60793981F}" srcOrd="0" destOrd="0" presId="urn:microsoft.com/office/officeart/2018/2/layout/IconVerticalSolidList"/>
    <dgm:cxn modelId="{5A492D51-4E21-46A5-A3BB-4ED0B3114638}" type="presParOf" srcId="{9805ECA9-9235-4698-8D2C-DAB53048E938}" destId="{2DBC0D1E-A2D8-4720-8794-B5171036F000}" srcOrd="1" destOrd="0" presId="urn:microsoft.com/office/officeart/2018/2/layout/IconVerticalSolidList"/>
    <dgm:cxn modelId="{756162C1-AC84-407B-8407-7D5416D86331}" type="presParOf" srcId="{9805ECA9-9235-4698-8D2C-DAB53048E938}" destId="{8574784F-8A20-4AA4-8F97-E124E3855C3B}" srcOrd="2" destOrd="0" presId="urn:microsoft.com/office/officeart/2018/2/layout/IconVerticalSolidList"/>
    <dgm:cxn modelId="{7AD0E99F-1AAE-40C3-B362-1E46D5FD3068}" type="presParOf" srcId="{9805ECA9-9235-4698-8D2C-DAB53048E938}" destId="{BBBF367C-B64B-400F-9C7B-C9FCF12CADEE}" srcOrd="3" destOrd="0" presId="urn:microsoft.com/office/officeart/2018/2/layout/IconVerticalSolidList"/>
    <dgm:cxn modelId="{4FC30463-4BA4-4C45-B387-60D7FD06B765}" type="presParOf" srcId="{E8A5DAF3-0DAD-4689-A231-1D12ABF4B082}" destId="{EB4B2AB9-C6AB-4EA9-B1B0-C3434282CED1}" srcOrd="5" destOrd="0" presId="urn:microsoft.com/office/officeart/2018/2/layout/IconVerticalSolidList"/>
    <dgm:cxn modelId="{E8C949C2-9B94-4662-AF2B-12BA86126432}" type="presParOf" srcId="{E8A5DAF3-0DAD-4689-A231-1D12ABF4B082}" destId="{AE3CB8BC-D1B9-40D5-B6D0-2169676F9699}" srcOrd="6" destOrd="0" presId="urn:microsoft.com/office/officeart/2018/2/layout/IconVerticalSolidList"/>
    <dgm:cxn modelId="{FD523483-2543-47A3-8FFB-B0A93CFF52EB}" type="presParOf" srcId="{AE3CB8BC-D1B9-40D5-B6D0-2169676F9699}" destId="{1CD56500-8E27-4816-B2F2-9288F8091B30}" srcOrd="0" destOrd="0" presId="urn:microsoft.com/office/officeart/2018/2/layout/IconVerticalSolidList"/>
    <dgm:cxn modelId="{0ED03B1F-8C8E-40D8-899E-CAF86C0DDBC8}" type="presParOf" srcId="{AE3CB8BC-D1B9-40D5-B6D0-2169676F9699}" destId="{0955F03E-2B06-4863-A99F-1FD91CA3781F}" srcOrd="1" destOrd="0" presId="urn:microsoft.com/office/officeart/2018/2/layout/IconVerticalSolidList"/>
    <dgm:cxn modelId="{FE1E46BA-6904-4FDC-8A5B-9BF1B582352C}" type="presParOf" srcId="{AE3CB8BC-D1B9-40D5-B6D0-2169676F9699}" destId="{EC1AEAFE-D7B1-48BF-B51A-CDBF9AD4BFF6}" srcOrd="2" destOrd="0" presId="urn:microsoft.com/office/officeart/2018/2/layout/IconVerticalSolidList"/>
    <dgm:cxn modelId="{5E13AE2B-4F1F-4878-93BF-1B64C39754E7}" type="presParOf" srcId="{AE3CB8BC-D1B9-40D5-B6D0-2169676F9699}" destId="{96B4553F-71AF-4168-B384-E1A4BBACD3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210C805-89CE-42E3-8AFB-E11FC23EACA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E88339-38C4-4EE9-A7AD-83FC79325E92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TensorFlow's high-level API is known as Keras, while PyTorch's equivalent is PyTorch Lightning</a:t>
          </a:r>
          <a:endParaRPr lang="en-US"/>
        </a:p>
      </dgm:t>
    </dgm:pt>
    <dgm:pt modelId="{768E2827-D06C-41AE-AB4C-1F750A744603}" type="parTrans" cxnId="{8A43A755-2EF9-48C3-AB62-DB15B0C89492}">
      <dgm:prSet/>
      <dgm:spPr/>
      <dgm:t>
        <a:bodyPr/>
        <a:lstStyle/>
        <a:p>
          <a:endParaRPr lang="en-US"/>
        </a:p>
      </dgm:t>
    </dgm:pt>
    <dgm:pt modelId="{41DD1926-7D20-4321-BF28-A0A8ACFA96F3}" type="sibTrans" cxnId="{8A43A755-2EF9-48C3-AB62-DB15B0C89492}">
      <dgm:prSet/>
      <dgm:spPr/>
      <dgm:t>
        <a:bodyPr/>
        <a:lstStyle/>
        <a:p>
          <a:endParaRPr lang="en-US"/>
        </a:p>
      </dgm:t>
    </dgm:pt>
    <dgm:pt modelId="{321091E3-21FA-472F-BE87-C2BC106999E8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Simplifies neural network construction as a sequence of layers, facilitating the development of common network architectures</a:t>
          </a:r>
          <a:endParaRPr lang="en-US"/>
        </a:p>
      </dgm:t>
    </dgm:pt>
    <dgm:pt modelId="{EA937549-E199-40E0-8ADB-2E3C40893F83}" type="parTrans" cxnId="{41B99EAF-FE48-4DC2-9BC4-481E94D94D54}">
      <dgm:prSet/>
      <dgm:spPr/>
      <dgm:t>
        <a:bodyPr/>
        <a:lstStyle/>
        <a:p>
          <a:endParaRPr lang="en-US"/>
        </a:p>
      </dgm:t>
    </dgm:pt>
    <dgm:pt modelId="{8C175510-77F4-4D34-96A4-1BCAB890E978}" type="sibTrans" cxnId="{41B99EAF-FE48-4DC2-9BC4-481E94D94D54}">
      <dgm:prSet/>
      <dgm:spPr/>
      <dgm:t>
        <a:bodyPr/>
        <a:lstStyle/>
        <a:p>
          <a:endParaRPr lang="en-US"/>
        </a:p>
      </dgm:t>
    </dgm:pt>
    <dgm:pt modelId="{1D103C2C-A64C-4843-BBF5-6FD956EBF9CE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Streamlines the training process through data preparation and a simple fit function for training</a:t>
          </a:r>
          <a:endParaRPr lang="en-US"/>
        </a:p>
      </dgm:t>
    </dgm:pt>
    <dgm:pt modelId="{C138A5D2-CE71-418A-A51B-D90C96A57741}" type="parTrans" cxnId="{A17A57E2-0E8B-4F03-AC3B-4E680006B251}">
      <dgm:prSet/>
      <dgm:spPr/>
      <dgm:t>
        <a:bodyPr/>
        <a:lstStyle/>
        <a:p>
          <a:endParaRPr lang="en-US"/>
        </a:p>
      </dgm:t>
    </dgm:pt>
    <dgm:pt modelId="{85BEF7DF-94A3-4264-8A73-B404BF1BD861}" type="sibTrans" cxnId="{A17A57E2-0E8B-4F03-AC3B-4E680006B251}">
      <dgm:prSet/>
      <dgm:spPr/>
      <dgm:t>
        <a:bodyPr/>
        <a:lstStyle/>
        <a:p>
          <a:endParaRPr lang="en-US"/>
        </a:p>
      </dgm:t>
    </dgm:pt>
    <dgm:pt modelId="{5AEBA4FA-2AAF-4FF2-8689-BE75007DEE54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Ideal for quick development and deployment of typical neural networks without deep customization</a:t>
          </a:r>
          <a:endParaRPr lang="en-US"/>
        </a:p>
      </dgm:t>
    </dgm:pt>
    <dgm:pt modelId="{5228F304-0F7A-4444-A767-D68C666967DE}" type="parTrans" cxnId="{2493A3DE-C69A-47BF-AADA-7DB67C830F64}">
      <dgm:prSet/>
      <dgm:spPr/>
      <dgm:t>
        <a:bodyPr/>
        <a:lstStyle/>
        <a:p>
          <a:endParaRPr lang="en-US"/>
        </a:p>
      </dgm:t>
    </dgm:pt>
    <dgm:pt modelId="{5C5F1EB0-7FBC-4567-B564-F89D54C05E12}" type="sibTrans" cxnId="{2493A3DE-C69A-47BF-AADA-7DB67C830F64}">
      <dgm:prSet/>
      <dgm:spPr/>
      <dgm:t>
        <a:bodyPr/>
        <a:lstStyle/>
        <a:p>
          <a:endParaRPr lang="en-US"/>
        </a:p>
      </dgm:t>
    </dgm:pt>
    <dgm:pt modelId="{87A7015A-021C-4CA5-ADE8-14972EBC8C7F}" type="pres">
      <dgm:prSet presAssocID="{B210C805-89CE-42E3-8AFB-E11FC23EACAD}" presName="root" presStyleCnt="0">
        <dgm:presLayoutVars>
          <dgm:dir/>
          <dgm:resizeHandles val="exact"/>
        </dgm:presLayoutVars>
      </dgm:prSet>
      <dgm:spPr/>
    </dgm:pt>
    <dgm:pt modelId="{CFD777CD-C465-4732-852C-9AD5199282D5}" type="pres">
      <dgm:prSet presAssocID="{01E88339-38C4-4EE9-A7AD-83FC79325E92}" presName="compNode" presStyleCnt="0"/>
      <dgm:spPr/>
    </dgm:pt>
    <dgm:pt modelId="{825A2778-A888-492A-87A0-A2859E5119EB}" type="pres">
      <dgm:prSet presAssocID="{01E88339-38C4-4EE9-A7AD-83FC79325E92}" presName="bgRect" presStyleLbl="bgShp" presStyleIdx="0" presStyleCnt="4"/>
      <dgm:spPr/>
    </dgm:pt>
    <dgm:pt modelId="{F067CEF0-53C6-4A0B-914C-40D8B14550DC}" type="pres">
      <dgm:prSet presAssocID="{01E88339-38C4-4EE9-A7AD-83FC79325E9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번개"/>
        </a:ext>
      </dgm:extLst>
    </dgm:pt>
    <dgm:pt modelId="{071EF831-4322-4CBA-BD4C-7C36383F2F00}" type="pres">
      <dgm:prSet presAssocID="{01E88339-38C4-4EE9-A7AD-83FC79325E92}" presName="spaceRect" presStyleCnt="0"/>
      <dgm:spPr/>
    </dgm:pt>
    <dgm:pt modelId="{8136B2DE-51CC-4C1E-A798-6548D7AA2FAE}" type="pres">
      <dgm:prSet presAssocID="{01E88339-38C4-4EE9-A7AD-83FC79325E92}" presName="parTx" presStyleLbl="revTx" presStyleIdx="0" presStyleCnt="4">
        <dgm:presLayoutVars>
          <dgm:chMax val="0"/>
          <dgm:chPref val="0"/>
        </dgm:presLayoutVars>
      </dgm:prSet>
      <dgm:spPr/>
    </dgm:pt>
    <dgm:pt modelId="{AEA21215-9F99-47B2-B67B-FC9839BAD9AF}" type="pres">
      <dgm:prSet presAssocID="{41DD1926-7D20-4321-BF28-A0A8ACFA96F3}" presName="sibTrans" presStyleCnt="0"/>
      <dgm:spPr/>
    </dgm:pt>
    <dgm:pt modelId="{A1C38DAE-4CCC-4E3F-999C-ABFC0250BE73}" type="pres">
      <dgm:prSet presAssocID="{321091E3-21FA-472F-BE87-C2BC106999E8}" presName="compNode" presStyleCnt="0"/>
      <dgm:spPr/>
    </dgm:pt>
    <dgm:pt modelId="{91331909-FA20-41D8-A500-D0184605D50B}" type="pres">
      <dgm:prSet presAssocID="{321091E3-21FA-472F-BE87-C2BC106999E8}" presName="bgRect" presStyleLbl="bgShp" presStyleIdx="1" presStyleCnt="4"/>
      <dgm:spPr/>
    </dgm:pt>
    <dgm:pt modelId="{6616D372-DADF-43FD-84EE-80B5FCBC756C}" type="pres">
      <dgm:prSet presAssocID="{321091E3-21FA-472F-BE87-C2BC106999E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4E9B9360-21BB-419C-A3A9-E7B3C57EB2B9}" type="pres">
      <dgm:prSet presAssocID="{321091E3-21FA-472F-BE87-C2BC106999E8}" presName="spaceRect" presStyleCnt="0"/>
      <dgm:spPr/>
    </dgm:pt>
    <dgm:pt modelId="{44428ED7-D277-4CFF-B5EC-931B7A7B9BFF}" type="pres">
      <dgm:prSet presAssocID="{321091E3-21FA-472F-BE87-C2BC106999E8}" presName="parTx" presStyleLbl="revTx" presStyleIdx="1" presStyleCnt="4">
        <dgm:presLayoutVars>
          <dgm:chMax val="0"/>
          <dgm:chPref val="0"/>
        </dgm:presLayoutVars>
      </dgm:prSet>
      <dgm:spPr/>
    </dgm:pt>
    <dgm:pt modelId="{D4A1DC1A-7542-4B84-8E3E-2E7C14BA2587}" type="pres">
      <dgm:prSet presAssocID="{8C175510-77F4-4D34-96A4-1BCAB890E978}" presName="sibTrans" presStyleCnt="0"/>
      <dgm:spPr/>
    </dgm:pt>
    <dgm:pt modelId="{49334113-D327-4A26-ACFE-842941E94166}" type="pres">
      <dgm:prSet presAssocID="{1D103C2C-A64C-4843-BBF5-6FD956EBF9CE}" presName="compNode" presStyleCnt="0"/>
      <dgm:spPr/>
    </dgm:pt>
    <dgm:pt modelId="{99B3B7BD-1382-4000-9461-2A04BBF5519C}" type="pres">
      <dgm:prSet presAssocID="{1D103C2C-A64C-4843-BBF5-6FD956EBF9CE}" presName="bgRect" presStyleLbl="bgShp" presStyleIdx="2" presStyleCnt="4"/>
      <dgm:spPr/>
    </dgm:pt>
    <dgm:pt modelId="{D9BCC9D4-F222-4076-8FB9-D6676293442A}" type="pres">
      <dgm:prSet presAssocID="{1D103C2C-A64C-4843-BBF5-6FD956EBF9C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문서"/>
        </a:ext>
      </dgm:extLst>
    </dgm:pt>
    <dgm:pt modelId="{DD7A2F17-DEE2-48A4-9764-0BD02770ADC1}" type="pres">
      <dgm:prSet presAssocID="{1D103C2C-A64C-4843-BBF5-6FD956EBF9CE}" presName="spaceRect" presStyleCnt="0"/>
      <dgm:spPr/>
    </dgm:pt>
    <dgm:pt modelId="{E90C925A-B6A7-40D6-95DB-1408E0D0182F}" type="pres">
      <dgm:prSet presAssocID="{1D103C2C-A64C-4843-BBF5-6FD956EBF9CE}" presName="parTx" presStyleLbl="revTx" presStyleIdx="2" presStyleCnt="4">
        <dgm:presLayoutVars>
          <dgm:chMax val="0"/>
          <dgm:chPref val="0"/>
        </dgm:presLayoutVars>
      </dgm:prSet>
      <dgm:spPr/>
    </dgm:pt>
    <dgm:pt modelId="{4406D239-66FD-4F79-ABE8-8D962FDA9427}" type="pres">
      <dgm:prSet presAssocID="{85BEF7DF-94A3-4264-8A73-B404BF1BD861}" presName="sibTrans" presStyleCnt="0"/>
      <dgm:spPr/>
    </dgm:pt>
    <dgm:pt modelId="{1EBE9353-12F5-493F-86E6-252991B2169C}" type="pres">
      <dgm:prSet presAssocID="{5AEBA4FA-2AAF-4FF2-8689-BE75007DEE54}" presName="compNode" presStyleCnt="0"/>
      <dgm:spPr/>
    </dgm:pt>
    <dgm:pt modelId="{62B678E0-2B8A-4456-9C67-0CB0CD59225B}" type="pres">
      <dgm:prSet presAssocID="{5AEBA4FA-2AAF-4FF2-8689-BE75007DEE54}" presName="bgRect" presStyleLbl="bgShp" presStyleIdx="3" presStyleCnt="4"/>
      <dgm:spPr/>
    </dgm:pt>
    <dgm:pt modelId="{4C791DF1-99C8-4D2D-A786-FE13CBD4722E}" type="pres">
      <dgm:prSet presAssocID="{5AEBA4FA-2AAF-4FF2-8689-BE75007DEE5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F658550-B65D-4BD1-B4D5-5570B71ECB52}" type="pres">
      <dgm:prSet presAssocID="{5AEBA4FA-2AAF-4FF2-8689-BE75007DEE54}" presName="spaceRect" presStyleCnt="0"/>
      <dgm:spPr/>
    </dgm:pt>
    <dgm:pt modelId="{504F153B-64D9-4D38-9E2E-BBEC84510811}" type="pres">
      <dgm:prSet presAssocID="{5AEBA4FA-2AAF-4FF2-8689-BE75007DEE5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EB0C026-CE8F-49F4-9709-7952550A85E5}" type="presOf" srcId="{01E88339-38C4-4EE9-A7AD-83FC79325E92}" destId="{8136B2DE-51CC-4C1E-A798-6548D7AA2FAE}" srcOrd="0" destOrd="0" presId="urn:microsoft.com/office/officeart/2018/2/layout/IconVerticalSolidList"/>
    <dgm:cxn modelId="{8A43A755-2EF9-48C3-AB62-DB15B0C89492}" srcId="{B210C805-89CE-42E3-8AFB-E11FC23EACAD}" destId="{01E88339-38C4-4EE9-A7AD-83FC79325E92}" srcOrd="0" destOrd="0" parTransId="{768E2827-D06C-41AE-AB4C-1F750A744603}" sibTransId="{41DD1926-7D20-4321-BF28-A0A8ACFA96F3}"/>
    <dgm:cxn modelId="{CCF74A8D-12BD-4E27-9FF0-C7B219569F60}" type="presOf" srcId="{B210C805-89CE-42E3-8AFB-E11FC23EACAD}" destId="{87A7015A-021C-4CA5-ADE8-14972EBC8C7F}" srcOrd="0" destOrd="0" presId="urn:microsoft.com/office/officeart/2018/2/layout/IconVerticalSolidList"/>
    <dgm:cxn modelId="{FAC0EA95-6F67-4108-8D33-05CC21E670D6}" type="presOf" srcId="{5AEBA4FA-2AAF-4FF2-8689-BE75007DEE54}" destId="{504F153B-64D9-4D38-9E2E-BBEC84510811}" srcOrd="0" destOrd="0" presId="urn:microsoft.com/office/officeart/2018/2/layout/IconVerticalSolidList"/>
    <dgm:cxn modelId="{534E97AF-A5A3-4397-BCAF-F27B1F2FF9B7}" type="presOf" srcId="{1D103C2C-A64C-4843-BBF5-6FD956EBF9CE}" destId="{E90C925A-B6A7-40D6-95DB-1408E0D0182F}" srcOrd="0" destOrd="0" presId="urn:microsoft.com/office/officeart/2018/2/layout/IconVerticalSolidList"/>
    <dgm:cxn modelId="{41B99EAF-FE48-4DC2-9BC4-481E94D94D54}" srcId="{B210C805-89CE-42E3-8AFB-E11FC23EACAD}" destId="{321091E3-21FA-472F-BE87-C2BC106999E8}" srcOrd="1" destOrd="0" parTransId="{EA937549-E199-40E0-8ADB-2E3C40893F83}" sibTransId="{8C175510-77F4-4D34-96A4-1BCAB890E978}"/>
    <dgm:cxn modelId="{8733F7CF-0BC3-490E-95E1-FB99543D7848}" type="presOf" srcId="{321091E3-21FA-472F-BE87-C2BC106999E8}" destId="{44428ED7-D277-4CFF-B5EC-931B7A7B9BFF}" srcOrd="0" destOrd="0" presId="urn:microsoft.com/office/officeart/2018/2/layout/IconVerticalSolidList"/>
    <dgm:cxn modelId="{2493A3DE-C69A-47BF-AADA-7DB67C830F64}" srcId="{B210C805-89CE-42E3-8AFB-E11FC23EACAD}" destId="{5AEBA4FA-2AAF-4FF2-8689-BE75007DEE54}" srcOrd="3" destOrd="0" parTransId="{5228F304-0F7A-4444-A767-D68C666967DE}" sibTransId="{5C5F1EB0-7FBC-4567-B564-F89D54C05E12}"/>
    <dgm:cxn modelId="{A17A57E2-0E8B-4F03-AC3B-4E680006B251}" srcId="{B210C805-89CE-42E3-8AFB-E11FC23EACAD}" destId="{1D103C2C-A64C-4843-BBF5-6FD956EBF9CE}" srcOrd="2" destOrd="0" parTransId="{C138A5D2-CE71-418A-A51B-D90C96A57741}" sibTransId="{85BEF7DF-94A3-4264-8A73-B404BF1BD861}"/>
    <dgm:cxn modelId="{8438282A-7AD3-4FBC-A7E6-678B19FC3364}" type="presParOf" srcId="{87A7015A-021C-4CA5-ADE8-14972EBC8C7F}" destId="{CFD777CD-C465-4732-852C-9AD5199282D5}" srcOrd="0" destOrd="0" presId="urn:microsoft.com/office/officeart/2018/2/layout/IconVerticalSolidList"/>
    <dgm:cxn modelId="{C4990C5F-6B03-41BD-8CDA-6A2A09B5E9F3}" type="presParOf" srcId="{CFD777CD-C465-4732-852C-9AD5199282D5}" destId="{825A2778-A888-492A-87A0-A2859E5119EB}" srcOrd="0" destOrd="0" presId="urn:microsoft.com/office/officeart/2018/2/layout/IconVerticalSolidList"/>
    <dgm:cxn modelId="{3FB77099-47FF-4DCB-858F-60EC8ACD2955}" type="presParOf" srcId="{CFD777CD-C465-4732-852C-9AD5199282D5}" destId="{F067CEF0-53C6-4A0B-914C-40D8B14550DC}" srcOrd="1" destOrd="0" presId="urn:microsoft.com/office/officeart/2018/2/layout/IconVerticalSolidList"/>
    <dgm:cxn modelId="{09D18DAF-FD2C-42C2-9500-B60C0A57EDB3}" type="presParOf" srcId="{CFD777CD-C465-4732-852C-9AD5199282D5}" destId="{071EF831-4322-4CBA-BD4C-7C36383F2F00}" srcOrd="2" destOrd="0" presId="urn:microsoft.com/office/officeart/2018/2/layout/IconVerticalSolidList"/>
    <dgm:cxn modelId="{115E0828-C200-4139-8EEA-3DC7FCCE3840}" type="presParOf" srcId="{CFD777CD-C465-4732-852C-9AD5199282D5}" destId="{8136B2DE-51CC-4C1E-A798-6548D7AA2FAE}" srcOrd="3" destOrd="0" presId="urn:microsoft.com/office/officeart/2018/2/layout/IconVerticalSolidList"/>
    <dgm:cxn modelId="{B5D5BCC1-2011-40CD-A12F-317228FEF398}" type="presParOf" srcId="{87A7015A-021C-4CA5-ADE8-14972EBC8C7F}" destId="{AEA21215-9F99-47B2-B67B-FC9839BAD9AF}" srcOrd="1" destOrd="0" presId="urn:microsoft.com/office/officeart/2018/2/layout/IconVerticalSolidList"/>
    <dgm:cxn modelId="{0A88A1D0-370A-4B25-83D8-F839EC58B9CB}" type="presParOf" srcId="{87A7015A-021C-4CA5-ADE8-14972EBC8C7F}" destId="{A1C38DAE-4CCC-4E3F-999C-ABFC0250BE73}" srcOrd="2" destOrd="0" presId="urn:microsoft.com/office/officeart/2018/2/layout/IconVerticalSolidList"/>
    <dgm:cxn modelId="{46571E11-DB79-4169-9EEC-3BE844712D0D}" type="presParOf" srcId="{A1C38DAE-4CCC-4E3F-999C-ABFC0250BE73}" destId="{91331909-FA20-41D8-A500-D0184605D50B}" srcOrd="0" destOrd="0" presId="urn:microsoft.com/office/officeart/2018/2/layout/IconVerticalSolidList"/>
    <dgm:cxn modelId="{3180D361-627B-4FBC-A206-27175D9473F1}" type="presParOf" srcId="{A1C38DAE-4CCC-4E3F-999C-ABFC0250BE73}" destId="{6616D372-DADF-43FD-84EE-80B5FCBC756C}" srcOrd="1" destOrd="0" presId="urn:microsoft.com/office/officeart/2018/2/layout/IconVerticalSolidList"/>
    <dgm:cxn modelId="{BB6DA723-BCDD-4F1A-8644-FA1391C406D7}" type="presParOf" srcId="{A1C38DAE-4CCC-4E3F-999C-ABFC0250BE73}" destId="{4E9B9360-21BB-419C-A3A9-E7B3C57EB2B9}" srcOrd="2" destOrd="0" presId="urn:microsoft.com/office/officeart/2018/2/layout/IconVerticalSolidList"/>
    <dgm:cxn modelId="{B1DD9B8D-F839-4270-85C6-28301B32692C}" type="presParOf" srcId="{A1C38DAE-4CCC-4E3F-999C-ABFC0250BE73}" destId="{44428ED7-D277-4CFF-B5EC-931B7A7B9BFF}" srcOrd="3" destOrd="0" presId="urn:microsoft.com/office/officeart/2018/2/layout/IconVerticalSolidList"/>
    <dgm:cxn modelId="{96737B61-D3A8-4D8C-A274-509C0A5C6D86}" type="presParOf" srcId="{87A7015A-021C-4CA5-ADE8-14972EBC8C7F}" destId="{D4A1DC1A-7542-4B84-8E3E-2E7C14BA2587}" srcOrd="3" destOrd="0" presId="urn:microsoft.com/office/officeart/2018/2/layout/IconVerticalSolidList"/>
    <dgm:cxn modelId="{4821A210-3CB4-40C6-8D4F-A17D2E95850A}" type="presParOf" srcId="{87A7015A-021C-4CA5-ADE8-14972EBC8C7F}" destId="{49334113-D327-4A26-ACFE-842941E94166}" srcOrd="4" destOrd="0" presId="urn:microsoft.com/office/officeart/2018/2/layout/IconVerticalSolidList"/>
    <dgm:cxn modelId="{67CE661B-9EA4-4949-B6B9-6914CFC9121A}" type="presParOf" srcId="{49334113-D327-4A26-ACFE-842941E94166}" destId="{99B3B7BD-1382-4000-9461-2A04BBF5519C}" srcOrd="0" destOrd="0" presId="urn:microsoft.com/office/officeart/2018/2/layout/IconVerticalSolidList"/>
    <dgm:cxn modelId="{AB2A1C88-BF69-44C3-8860-F527030FCD1D}" type="presParOf" srcId="{49334113-D327-4A26-ACFE-842941E94166}" destId="{D9BCC9D4-F222-4076-8FB9-D6676293442A}" srcOrd="1" destOrd="0" presId="urn:microsoft.com/office/officeart/2018/2/layout/IconVerticalSolidList"/>
    <dgm:cxn modelId="{F8902D37-7FA6-4FE4-BFDC-496B3B4784CD}" type="presParOf" srcId="{49334113-D327-4A26-ACFE-842941E94166}" destId="{DD7A2F17-DEE2-48A4-9764-0BD02770ADC1}" srcOrd="2" destOrd="0" presId="urn:microsoft.com/office/officeart/2018/2/layout/IconVerticalSolidList"/>
    <dgm:cxn modelId="{284379FC-8AF3-4345-A797-7E5B6201DA2D}" type="presParOf" srcId="{49334113-D327-4A26-ACFE-842941E94166}" destId="{E90C925A-B6A7-40D6-95DB-1408E0D0182F}" srcOrd="3" destOrd="0" presId="urn:microsoft.com/office/officeart/2018/2/layout/IconVerticalSolidList"/>
    <dgm:cxn modelId="{5FAECF90-1D22-41AB-9E17-C2BAA2DA6060}" type="presParOf" srcId="{87A7015A-021C-4CA5-ADE8-14972EBC8C7F}" destId="{4406D239-66FD-4F79-ABE8-8D962FDA9427}" srcOrd="5" destOrd="0" presId="urn:microsoft.com/office/officeart/2018/2/layout/IconVerticalSolidList"/>
    <dgm:cxn modelId="{976607D8-4B05-4841-A812-BE47B3B8D14F}" type="presParOf" srcId="{87A7015A-021C-4CA5-ADE8-14972EBC8C7F}" destId="{1EBE9353-12F5-493F-86E6-252991B2169C}" srcOrd="6" destOrd="0" presId="urn:microsoft.com/office/officeart/2018/2/layout/IconVerticalSolidList"/>
    <dgm:cxn modelId="{4AFD927B-6FFB-4D98-8907-FBB31D3A7784}" type="presParOf" srcId="{1EBE9353-12F5-493F-86E6-252991B2169C}" destId="{62B678E0-2B8A-4456-9C67-0CB0CD59225B}" srcOrd="0" destOrd="0" presId="urn:microsoft.com/office/officeart/2018/2/layout/IconVerticalSolidList"/>
    <dgm:cxn modelId="{04C716F7-63FD-4752-96BB-8BD9DAC80978}" type="presParOf" srcId="{1EBE9353-12F5-493F-86E6-252991B2169C}" destId="{4C791DF1-99C8-4D2D-A786-FE13CBD4722E}" srcOrd="1" destOrd="0" presId="urn:microsoft.com/office/officeart/2018/2/layout/IconVerticalSolidList"/>
    <dgm:cxn modelId="{2330CBD6-DDCF-4A1D-8066-25043C8E95F6}" type="presParOf" srcId="{1EBE9353-12F5-493F-86E6-252991B2169C}" destId="{3F658550-B65D-4BD1-B4D5-5570B71ECB52}" srcOrd="2" destOrd="0" presId="urn:microsoft.com/office/officeart/2018/2/layout/IconVerticalSolidList"/>
    <dgm:cxn modelId="{E800F1B9-DF7D-4A3A-91A4-85EEDE865062}" type="presParOf" srcId="{1EBE9353-12F5-493F-86E6-252991B2169C}" destId="{504F153B-64D9-4D38-9E2E-BBEC845108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6359BD1-E482-4324-A4C0-5AFF20978EC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D7AC38-1775-48C7-B122-268857FCD19B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Both APIs are designed to be interoperable, allowing developers to leverage the strengths of each</a:t>
          </a:r>
          <a:endParaRPr lang="en-US"/>
        </a:p>
      </dgm:t>
    </dgm:pt>
    <dgm:pt modelId="{C82B111F-C6CF-4FD6-AEC0-634F4D9C0550}" type="parTrans" cxnId="{F1CABEE8-BB79-490E-8F38-A92DA2B7B040}">
      <dgm:prSet/>
      <dgm:spPr/>
      <dgm:t>
        <a:bodyPr/>
        <a:lstStyle/>
        <a:p>
          <a:endParaRPr lang="en-US"/>
        </a:p>
      </dgm:t>
    </dgm:pt>
    <dgm:pt modelId="{54155C16-8646-4B25-816F-1DE3F4B038B2}" type="sibTrans" cxnId="{F1CABEE8-BB79-490E-8F38-A92DA2B7B040}">
      <dgm:prSet/>
      <dgm:spPr/>
      <dgm:t>
        <a:bodyPr/>
        <a:lstStyle/>
        <a:p>
          <a:endParaRPr lang="en-US"/>
        </a:p>
      </dgm:t>
    </dgm:pt>
    <dgm:pt modelId="{BD806A7D-C846-4FAB-A33E-E03DBC4A00FA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Custom layer architecture can be developed using the low-level API and integrated into larger networks built with the high-level API</a:t>
          </a:r>
          <a:endParaRPr lang="en-US"/>
        </a:p>
      </dgm:t>
    </dgm:pt>
    <dgm:pt modelId="{A77B98E1-368A-4103-AE8D-81C060535051}" type="parTrans" cxnId="{AB18AC72-1DE7-4484-9E93-434244C617F2}">
      <dgm:prSet/>
      <dgm:spPr/>
      <dgm:t>
        <a:bodyPr/>
        <a:lstStyle/>
        <a:p>
          <a:endParaRPr lang="en-US"/>
        </a:p>
      </dgm:t>
    </dgm:pt>
    <dgm:pt modelId="{13C26A06-A1F4-42A3-A3F0-03C600643183}" type="sibTrans" cxnId="{AB18AC72-1DE7-4484-9E93-434244C617F2}">
      <dgm:prSet/>
      <dgm:spPr/>
      <dgm:t>
        <a:bodyPr/>
        <a:lstStyle/>
        <a:p>
          <a:endParaRPr lang="en-US"/>
        </a:p>
      </dgm:t>
    </dgm:pt>
    <dgm:pt modelId="{0AB78868-614E-406D-A81B-A51EFA8ED06D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Networks defined with the high-level API can be optimized using custom training loops from the low-level API</a:t>
          </a:r>
          <a:endParaRPr lang="en-US"/>
        </a:p>
      </dgm:t>
    </dgm:pt>
    <dgm:pt modelId="{782A7A25-604F-4875-B679-F25A03DAF0FA}" type="parTrans" cxnId="{76F52C12-ED4D-4CE9-9F03-3AD0108693A6}">
      <dgm:prSet/>
      <dgm:spPr/>
      <dgm:t>
        <a:bodyPr/>
        <a:lstStyle/>
        <a:p>
          <a:endParaRPr lang="en-US"/>
        </a:p>
      </dgm:t>
    </dgm:pt>
    <dgm:pt modelId="{DEF35907-1528-4006-BA49-A83173489FA0}" type="sibTrans" cxnId="{76F52C12-ED4D-4CE9-9F03-3AD0108693A6}">
      <dgm:prSet/>
      <dgm:spPr/>
      <dgm:t>
        <a:bodyPr/>
        <a:lstStyle/>
        <a:p>
          <a:endParaRPr lang="en-US"/>
        </a:p>
      </dgm:t>
    </dgm:pt>
    <dgm:pt modelId="{DDF9DB94-8CD5-48F2-9C1E-D103AAEBEF53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This flexibility supports both rapid prototyping and detailed, research-oriented network design</a:t>
          </a:r>
          <a:endParaRPr lang="en-US"/>
        </a:p>
      </dgm:t>
    </dgm:pt>
    <dgm:pt modelId="{D917B478-2D78-4179-A851-51DD6FBAEAEA}" type="parTrans" cxnId="{A47E1588-9292-459F-92A4-95EF9C542F8A}">
      <dgm:prSet/>
      <dgm:spPr/>
      <dgm:t>
        <a:bodyPr/>
        <a:lstStyle/>
        <a:p>
          <a:endParaRPr lang="en-US"/>
        </a:p>
      </dgm:t>
    </dgm:pt>
    <dgm:pt modelId="{AC2FE02D-130C-47F1-B0BF-F52DEDB45AF5}" type="sibTrans" cxnId="{A47E1588-9292-459F-92A4-95EF9C542F8A}">
      <dgm:prSet/>
      <dgm:spPr/>
      <dgm:t>
        <a:bodyPr/>
        <a:lstStyle/>
        <a:p>
          <a:endParaRPr lang="en-US"/>
        </a:p>
      </dgm:t>
    </dgm:pt>
    <dgm:pt modelId="{F9C5F527-0079-4C1A-ABE9-22B0030AA2AE}" type="pres">
      <dgm:prSet presAssocID="{56359BD1-E482-4324-A4C0-5AFF20978EC5}" presName="root" presStyleCnt="0">
        <dgm:presLayoutVars>
          <dgm:dir/>
          <dgm:resizeHandles val="exact"/>
        </dgm:presLayoutVars>
      </dgm:prSet>
      <dgm:spPr/>
    </dgm:pt>
    <dgm:pt modelId="{CB0E2DB3-EA00-4F7F-B820-D11C2C3325D5}" type="pres">
      <dgm:prSet presAssocID="{7BD7AC38-1775-48C7-B122-268857FCD19B}" presName="compNode" presStyleCnt="0"/>
      <dgm:spPr/>
    </dgm:pt>
    <dgm:pt modelId="{78CFDDE5-F5E3-4FE1-BFBD-2E744E1F48D1}" type="pres">
      <dgm:prSet presAssocID="{7BD7AC38-1775-48C7-B122-268857FCD19B}" presName="bgRect" presStyleLbl="bgShp" presStyleIdx="0" presStyleCnt="4"/>
      <dgm:spPr/>
    </dgm:pt>
    <dgm:pt modelId="{453117AD-198F-4059-9E11-C3B611BA0426}" type="pres">
      <dgm:prSet presAssocID="{7BD7AC38-1775-48C7-B122-268857FCD1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프로세서"/>
        </a:ext>
      </dgm:extLst>
    </dgm:pt>
    <dgm:pt modelId="{4D286C96-13BA-45AB-B30B-02B0F2678E82}" type="pres">
      <dgm:prSet presAssocID="{7BD7AC38-1775-48C7-B122-268857FCD19B}" presName="spaceRect" presStyleCnt="0"/>
      <dgm:spPr/>
    </dgm:pt>
    <dgm:pt modelId="{F6035857-17AB-41C4-A7EF-1A130A5B9563}" type="pres">
      <dgm:prSet presAssocID="{7BD7AC38-1775-48C7-B122-268857FCD19B}" presName="parTx" presStyleLbl="revTx" presStyleIdx="0" presStyleCnt="4">
        <dgm:presLayoutVars>
          <dgm:chMax val="0"/>
          <dgm:chPref val="0"/>
        </dgm:presLayoutVars>
      </dgm:prSet>
      <dgm:spPr/>
    </dgm:pt>
    <dgm:pt modelId="{F2426128-4016-445B-95A4-CFFFA271A1AF}" type="pres">
      <dgm:prSet presAssocID="{54155C16-8646-4B25-816F-1DE3F4B038B2}" presName="sibTrans" presStyleCnt="0"/>
      <dgm:spPr/>
    </dgm:pt>
    <dgm:pt modelId="{3C16946F-DD66-4602-9058-C3E0268DCC69}" type="pres">
      <dgm:prSet presAssocID="{BD806A7D-C846-4FAB-A33E-E03DBC4A00FA}" presName="compNode" presStyleCnt="0"/>
      <dgm:spPr/>
    </dgm:pt>
    <dgm:pt modelId="{9469C5C9-7708-4A64-801D-31137AF1154C}" type="pres">
      <dgm:prSet presAssocID="{BD806A7D-C846-4FAB-A33E-E03DBC4A00FA}" presName="bgRect" presStyleLbl="bgShp" presStyleIdx="1" presStyleCnt="4"/>
      <dgm:spPr/>
    </dgm:pt>
    <dgm:pt modelId="{245E781F-5639-491C-A673-C76533370178}" type="pres">
      <dgm:prSet presAssocID="{BD806A7D-C846-4FAB-A33E-E03DBC4A00F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데이터베이스"/>
        </a:ext>
      </dgm:extLst>
    </dgm:pt>
    <dgm:pt modelId="{7CD85D6A-D3B1-4F2B-88F9-AE937BA76983}" type="pres">
      <dgm:prSet presAssocID="{BD806A7D-C846-4FAB-A33E-E03DBC4A00FA}" presName="spaceRect" presStyleCnt="0"/>
      <dgm:spPr/>
    </dgm:pt>
    <dgm:pt modelId="{BC503D58-99BE-4D3D-9658-75EA7AAE4D05}" type="pres">
      <dgm:prSet presAssocID="{BD806A7D-C846-4FAB-A33E-E03DBC4A00FA}" presName="parTx" presStyleLbl="revTx" presStyleIdx="1" presStyleCnt="4">
        <dgm:presLayoutVars>
          <dgm:chMax val="0"/>
          <dgm:chPref val="0"/>
        </dgm:presLayoutVars>
      </dgm:prSet>
      <dgm:spPr/>
    </dgm:pt>
    <dgm:pt modelId="{06421652-BBEC-4221-8919-604EC5A1F885}" type="pres">
      <dgm:prSet presAssocID="{13C26A06-A1F4-42A3-A3F0-03C600643183}" presName="sibTrans" presStyleCnt="0"/>
      <dgm:spPr/>
    </dgm:pt>
    <dgm:pt modelId="{A9B70541-B82D-488A-9A89-111B33945842}" type="pres">
      <dgm:prSet presAssocID="{0AB78868-614E-406D-A81B-A51EFA8ED06D}" presName="compNode" presStyleCnt="0"/>
      <dgm:spPr/>
    </dgm:pt>
    <dgm:pt modelId="{6C97175D-5F01-4C64-8E63-3C2EAC3A482B}" type="pres">
      <dgm:prSet presAssocID="{0AB78868-614E-406D-A81B-A51EFA8ED06D}" presName="bgRect" presStyleLbl="bgShp" presStyleIdx="2" presStyleCnt="4"/>
      <dgm:spPr/>
    </dgm:pt>
    <dgm:pt modelId="{4EA87DA4-AA9D-47F7-8941-8EDC9E2C742E}" type="pres">
      <dgm:prSet presAssocID="{0AB78868-614E-406D-A81B-A51EFA8ED06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연결 끊김"/>
        </a:ext>
      </dgm:extLst>
    </dgm:pt>
    <dgm:pt modelId="{4B79937B-63FA-45A2-B19F-D37E00592F86}" type="pres">
      <dgm:prSet presAssocID="{0AB78868-614E-406D-A81B-A51EFA8ED06D}" presName="spaceRect" presStyleCnt="0"/>
      <dgm:spPr/>
    </dgm:pt>
    <dgm:pt modelId="{E04FE492-DF60-49C5-B439-F01962230889}" type="pres">
      <dgm:prSet presAssocID="{0AB78868-614E-406D-A81B-A51EFA8ED06D}" presName="parTx" presStyleLbl="revTx" presStyleIdx="2" presStyleCnt="4">
        <dgm:presLayoutVars>
          <dgm:chMax val="0"/>
          <dgm:chPref val="0"/>
        </dgm:presLayoutVars>
      </dgm:prSet>
      <dgm:spPr/>
    </dgm:pt>
    <dgm:pt modelId="{E0C5AD01-BD21-44B8-AA9F-130C7999F937}" type="pres">
      <dgm:prSet presAssocID="{DEF35907-1528-4006-BA49-A83173489FA0}" presName="sibTrans" presStyleCnt="0"/>
      <dgm:spPr/>
    </dgm:pt>
    <dgm:pt modelId="{61291005-B5F5-4593-ABB9-069275144917}" type="pres">
      <dgm:prSet presAssocID="{DDF9DB94-8CD5-48F2-9C1E-D103AAEBEF53}" presName="compNode" presStyleCnt="0"/>
      <dgm:spPr/>
    </dgm:pt>
    <dgm:pt modelId="{8AD01CAE-9ACA-4237-9595-F0E5AAEECB6B}" type="pres">
      <dgm:prSet presAssocID="{DDF9DB94-8CD5-48F2-9C1E-D103AAEBEF53}" presName="bgRect" presStyleLbl="bgShp" presStyleIdx="3" presStyleCnt="4"/>
      <dgm:spPr/>
    </dgm:pt>
    <dgm:pt modelId="{6543D166-AAE5-4335-8855-EC0CA156612D}" type="pres">
      <dgm:prSet presAssocID="{DDF9DB94-8CD5-48F2-9C1E-D103AAEBEF5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톱니바퀴"/>
        </a:ext>
      </dgm:extLst>
    </dgm:pt>
    <dgm:pt modelId="{BD2C8EEE-AE32-4862-A3A4-4B08AC2989ED}" type="pres">
      <dgm:prSet presAssocID="{DDF9DB94-8CD5-48F2-9C1E-D103AAEBEF53}" presName="spaceRect" presStyleCnt="0"/>
      <dgm:spPr/>
    </dgm:pt>
    <dgm:pt modelId="{71A72C24-8CA1-4AAB-816D-9C3378A04C63}" type="pres">
      <dgm:prSet presAssocID="{DDF9DB94-8CD5-48F2-9C1E-D103AAEBEF5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6F52C12-ED4D-4CE9-9F03-3AD0108693A6}" srcId="{56359BD1-E482-4324-A4C0-5AFF20978EC5}" destId="{0AB78868-614E-406D-A81B-A51EFA8ED06D}" srcOrd="2" destOrd="0" parTransId="{782A7A25-604F-4875-B679-F25A03DAF0FA}" sibTransId="{DEF35907-1528-4006-BA49-A83173489FA0}"/>
    <dgm:cxn modelId="{55677517-9CB7-4CBF-B3E6-031FE8E5D340}" type="presOf" srcId="{0AB78868-614E-406D-A81B-A51EFA8ED06D}" destId="{E04FE492-DF60-49C5-B439-F01962230889}" srcOrd="0" destOrd="0" presId="urn:microsoft.com/office/officeart/2018/2/layout/IconVerticalSolidList"/>
    <dgm:cxn modelId="{E1EB1B54-2CCD-4609-A3C7-DE967F4899BF}" type="presOf" srcId="{56359BD1-E482-4324-A4C0-5AFF20978EC5}" destId="{F9C5F527-0079-4C1A-ABE9-22B0030AA2AE}" srcOrd="0" destOrd="0" presId="urn:microsoft.com/office/officeart/2018/2/layout/IconVerticalSolidList"/>
    <dgm:cxn modelId="{EF3D0872-3005-45F3-BE63-1480AC6C2FC9}" type="presOf" srcId="{BD806A7D-C846-4FAB-A33E-E03DBC4A00FA}" destId="{BC503D58-99BE-4D3D-9658-75EA7AAE4D05}" srcOrd="0" destOrd="0" presId="urn:microsoft.com/office/officeart/2018/2/layout/IconVerticalSolidList"/>
    <dgm:cxn modelId="{AB18AC72-1DE7-4484-9E93-434244C617F2}" srcId="{56359BD1-E482-4324-A4C0-5AFF20978EC5}" destId="{BD806A7D-C846-4FAB-A33E-E03DBC4A00FA}" srcOrd="1" destOrd="0" parTransId="{A77B98E1-368A-4103-AE8D-81C060535051}" sibTransId="{13C26A06-A1F4-42A3-A3F0-03C600643183}"/>
    <dgm:cxn modelId="{EA9B6C84-4115-4377-910C-0BF660DA3F89}" type="presOf" srcId="{DDF9DB94-8CD5-48F2-9C1E-D103AAEBEF53}" destId="{71A72C24-8CA1-4AAB-816D-9C3378A04C63}" srcOrd="0" destOrd="0" presId="urn:microsoft.com/office/officeart/2018/2/layout/IconVerticalSolidList"/>
    <dgm:cxn modelId="{A47E1588-9292-459F-92A4-95EF9C542F8A}" srcId="{56359BD1-E482-4324-A4C0-5AFF20978EC5}" destId="{DDF9DB94-8CD5-48F2-9C1E-D103AAEBEF53}" srcOrd="3" destOrd="0" parTransId="{D917B478-2D78-4179-A851-51DD6FBAEAEA}" sibTransId="{AC2FE02D-130C-47F1-B0BF-F52DEDB45AF5}"/>
    <dgm:cxn modelId="{2A567DAB-C6AB-4B71-A062-1F315D53DD57}" type="presOf" srcId="{7BD7AC38-1775-48C7-B122-268857FCD19B}" destId="{F6035857-17AB-41C4-A7EF-1A130A5B9563}" srcOrd="0" destOrd="0" presId="urn:microsoft.com/office/officeart/2018/2/layout/IconVerticalSolidList"/>
    <dgm:cxn modelId="{F1CABEE8-BB79-490E-8F38-A92DA2B7B040}" srcId="{56359BD1-E482-4324-A4C0-5AFF20978EC5}" destId="{7BD7AC38-1775-48C7-B122-268857FCD19B}" srcOrd="0" destOrd="0" parTransId="{C82B111F-C6CF-4FD6-AEC0-634F4D9C0550}" sibTransId="{54155C16-8646-4B25-816F-1DE3F4B038B2}"/>
    <dgm:cxn modelId="{5A469D79-86C7-4797-A728-67A98889CE44}" type="presParOf" srcId="{F9C5F527-0079-4C1A-ABE9-22B0030AA2AE}" destId="{CB0E2DB3-EA00-4F7F-B820-D11C2C3325D5}" srcOrd="0" destOrd="0" presId="urn:microsoft.com/office/officeart/2018/2/layout/IconVerticalSolidList"/>
    <dgm:cxn modelId="{19215E04-2FC4-4EE4-8112-F8E354B78C43}" type="presParOf" srcId="{CB0E2DB3-EA00-4F7F-B820-D11C2C3325D5}" destId="{78CFDDE5-F5E3-4FE1-BFBD-2E744E1F48D1}" srcOrd="0" destOrd="0" presId="urn:microsoft.com/office/officeart/2018/2/layout/IconVerticalSolidList"/>
    <dgm:cxn modelId="{6E7C4926-2355-40A2-8670-CA01A2D6ED4F}" type="presParOf" srcId="{CB0E2DB3-EA00-4F7F-B820-D11C2C3325D5}" destId="{453117AD-198F-4059-9E11-C3B611BA0426}" srcOrd="1" destOrd="0" presId="urn:microsoft.com/office/officeart/2018/2/layout/IconVerticalSolidList"/>
    <dgm:cxn modelId="{4E639BBC-DCE2-4542-9CAE-CCFD7790223A}" type="presParOf" srcId="{CB0E2DB3-EA00-4F7F-B820-D11C2C3325D5}" destId="{4D286C96-13BA-45AB-B30B-02B0F2678E82}" srcOrd="2" destOrd="0" presId="urn:microsoft.com/office/officeart/2018/2/layout/IconVerticalSolidList"/>
    <dgm:cxn modelId="{15FA0D89-5963-446E-805C-C5496B716BD2}" type="presParOf" srcId="{CB0E2DB3-EA00-4F7F-B820-D11C2C3325D5}" destId="{F6035857-17AB-41C4-A7EF-1A130A5B9563}" srcOrd="3" destOrd="0" presId="urn:microsoft.com/office/officeart/2018/2/layout/IconVerticalSolidList"/>
    <dgm:cxn modelId="{3A874B01-C28D-42F3-8180-134D41535BFB}" type="presParOf" srcId="{F9C5F527-0079-4C1A-ABE9-22B0030AA2AE}" destId="{F2426128-4016-445B-95A4-CFFFA271A1AF}" srcOrd="1" destOrd="0" presId="urn:microsoft.com/office/officeart/2018/2/layout/IconVerticalSolidList"/>
    <dgm:cxn modelId="{2D233EF6-78A9-40F0-8001-5716C03D47A0}" type="presParOf" srcId="{F9C5F527-0079-4C1A-ABE9-22B0030AA2AE}" destId="{3C16946F-DD66-4602-9058-C3E0268DCC69}" srcOrd="2" destOrd="0" presId="urn:microsoft.com/office/officeart/2018/2/layout/IconVerticalSolidList"/>
    <dgm:cxn modelId="{CD50C297-5955-4091-A56D-111F7D3FA914}" type="presParOf" srcId="{3C16946F-DD66-4602-9058-C3E0268DCC69}" destId="{9469C5C9-7708-4A64-801D-31137AF1154C}" srcOrd="0" destOrd="0" presId="urn:microsoft.com/office/officeart/2018/2/layout/IconVerticalSolidList"/>
    <dgm:cxn modelId="{7319E13B-E0AD-4430-A94B-AB3A51A5120B}" type="presParOf" srcId="{3C16946F-DD66-4602-9058-C3E0268DCC69}" destId="{245E781F-5639-491C-A673-C76533370178}" srcOrd="1" destOrd="0" presId="urn:microsoft.com/office/officeart/2018/2/layout/IconVerticalSolidList"/>
    <dgm:cxn modelId="{36E57D5E-42B1-4F57-807E-E715233058D6}" type="presParOf" srcId="{3C16946F-DD66-4602-9058-C3E0268DCC69}" destId="{7CD85D6A-D3B1-4F2B-88F9-AE937BA76983}" srcOrd="2" destOrd="0" presId="urn:microsoft.com/office/officeart/2018/2/layout/IconVerticalSolidList"/>
    <dgm:cxn modelId="{75DC830C-21BA-45B5-B520-BE07827BCDE1}" type="presParOf" srcId="{3C16946F-DD66-4602-9058-C3E0268DCC69}" destId="{BC503D58-99BE-4D3D-9658-75EA7AAE4D05}" srcOrd="3" destOrd="0" presId="urn:microsoft.com/office/officeart/2018/2/layout/IconVerticalSolidList"/>
    <dgm:cxn modelId="{A835F642-5E86-40D3-B95B-5DEE0411979B}" type="presParOf" srcId="{F9C5F527-0079-4C1A-ABE9-22B0030AA2AE}" destId="{06421652-BBEC-4221-8919-604EC5A1F885}" srcOrd="3" destOrd="0" presId="urn:microsoft.com/office/officeart/2018/2/layout/IconVerticalSolidList"/>
    <dgm:cxn modelId="{117870EA-87EB-46C3-BF8F-E5E99916B046}" type="presParOf" srcId="{F9C5F527-0079-4C1A-ABE9-22B0030AA2AE}" destId="{A9B70541-B82D-488A-9A89-111B33945842}" srcOrd="4" destOrd="0" presId="urn:microsoft.com/office/officeart/2018/2/layout/IconVerticalSolidList"/>
    <dgm:cxn modelId="{D8DF99F2-DDE1-4B45-B358-C8A3E7C57BF8}" type="presParOf" srcId="{A9B70541-B82D-488A-9A89-111B33945842}" destId="{6C97175D-5F01-4C64-8E63-3C2EAC3A482B}" srcOrd="0" destOrd="0" presId="urn:microsoft.com/office/officeart/2018/2/layout/IconVerticalSolidList"/>
    <dgm:cxn modelId="{B2BE548B-2468-494B-B7AE-83388B32D2E8}" type="presParOf" srcId="{A9B70541-B82D-488A-9A89-111B33945842}" destId="{4EA87DA4-AA9D-47F7-8941-8EDC9E2C742E}" srcOrd="1" destOrd="0" presId="urn:microsoft.com/office/officeart/2018/2/layout/IconVerticalSolidList"/>
    <dgm:cxn modelId="{91D56E44-F073-4651-AFC3-E421E7930565}" type="presParOf" srcId="{A9B70541-B82D-488A-9A89-111B33945842}" destId="{4B79937B-63FA-45A2-B19F-D37E00592F86}" srcOrd="2" destOrd="0" presId="urn:microsoft.com/office/officeart/2018/2/layout/IconVerticalSolidList"/>
    <dgm:cxn modelId="{79C7DBE2-B912-4C02-802D-083EA17E98F2}" type="presParOf" srcId="{A9B70541-B82D-488A-9A89-111B33945842}" destId="{E04FE492-DF60-49C5-B439-F01962230889}" srcOrd="3" destOrd="0" presId="urn:microsoft.com/office/officeart/2018/2/layout/IconVerticalSolidList"/>
    <dgm:cxn modelId="{6589D1D3-4AA4-45EB-879D-F549AAE301C5}" type="presParOf" srcId="{F9C5F527-0079-4C1A-ABE9-22B0030AA2AE}" destId="{E0C5AD01-BD21-44B8-AA9F-130C7999F937}" srcOrd="5" destOrd="0" presId="urn:microsoft.com/office/officeart/2018/2/layout/IconVerticalSolidList"/>
    <dgm:cxn modelId="{540F279B-D983-4D06-A806-8E0EFB905A72}" type="presParOf" srcId="{F9C5F527-0079-4C1A-ABE9-22B0030AA2AE}" destId="{61291005-B5F5-4593-ABB9-069275144917}" srcOrd="6" destOrd="0" presId="urn:microsoft.com/office/officeart/2018/2/layout/IconVerticalSolidList"/>
    <dgm:cxn modelId="{E6695A04-1C01-41A5-847B-3FF699DA6EDE}" type="presParOf" srcId="{61291005-B5F5-4593-ABB9-069275144917}" destId="{8AD01CAE-9ACA-4237-9595-F0E5AAEECB6B}" srcOrd="0" destOrd="0" presId="urn:microsoft.com/office/officeart/2018/2/layout/IconVerticalSolidList"/>
    <dgm:cxn modelId="{259A93AD-2996-404D-8F66-50ECCF729B25}" type="presParOf" srcId="{61291005-B5F5-4593-ABB9-069275144917}" destId="{6543D166-AAE5-4335-8855-EC0CA156612D}" srcOrd="1" destOrd="0" presId="urn:microsoft.com/office/officeart/2018/2/layout/IconVerticalSolidList"/>
    <dgm:cxn modelId="{35D86C15-32AB-436D-985C-A2487162EA27}" type="presParOf" srcId="{61291005-B5F5-4593-ABB9-069275144917}" destId="{BD2C8EEE-AE32-4862-A3A4-4B08AC2989ED}" srcOrd="2" destOrd="0" presId="urn:microsoft.com/office/officeart/2018/2/layout/IconVerticalSolidList"/>
    <dgm:cxn modelId="{79F5880C-1F68-4433-B55C-9D81A37F1C53}" type="presParOf" srcId="{61291005-B5F5-4593-ABB9-069275144917}" destId="{71A72C24-8CA1-4AAB-816D-9C3378A04C6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EF794BB-6A8C-45C0-A113-F862773E1658}" type="doc">
      <dgm:prSet loTypeId="urn:microsoft.com/office/officeart/2005/8/layout/hierarchy3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28CB661-2E3E-483F-B265-D0D97CE62180}">
      <dgm:prSet/>
      <dgm:spPr/>
      <dgm:t>
        <a:bodyPr/>
        <a:lstStyle/>
        <a:p>
          <a:r>
            <a:rPr kumimoji="1" lang="en-US"/>
            <a:t>Not enough training data</a:t>
          </a:r>
          <a:endParaRPr lang="en-US"/>
        </a:p>
      </dgm:t>
    </dgm:pt>
    <dgm:pt modelId="{2FD170D6-2115-4E3A-BA9F-7B5389B9F7D3}" type="parTrans" cxnId="{65BE80C9-F73B-4ED6-B025-BC0B23456CBD}">
      <dgm:prSet/>
      <dgm:spPr/>
      <dgm:t>
        <a:bodyPr/>
        <a:lstStyle/>
        <a:p>
          <a:endParaRPr lang="en-US"/>
        </a:p>
      </dgm:t>
    </dgm:pt>
    <dgm:pt modelId="{082FBF93-ABCC-4AF6-BDA7-B7CC8349D12C}" type="sibTrans" cxnId="{65BE80C9-F73B-4ED6-B025-BC0B23456CBD}">
      <dgm:prSet/>
      <dgm:spPr/>
      <dgm:t>
        <a:bodyPr/>
        <a:lstStyle/>
        <a:p>
          <a:endParaRPr lang="en-US"/>
        </a:p>
      </dgm:t>
    </dgm:pt>
    <dgm:pt modelId="{2417E443-8898-4D4D-AEF0-83CB1261BE08}">
      <dgm:prSet/>
      <dgm:spPr/>
      <dgm:t>
        <a:bodyPr/>
        <a:lstStyle/>
        <a:p>
          <a:r>
            <a:rPr kumimoji="1" lang="en-US"/>
            <a:t>Too powerful model</a:t>
          </a:r>
          <a:endParaRPr lang="en-US"/>
        </a:p>
      </dgm:t>
    </dgm:pt>
    <dgm:pt modelId="{41B9D34C-7867-4312-99F5-AD4B87DD798B}" type="parTrans" cxnId="{198BF403-D736-42A2-B486-37A9B53917E8}">
      <dgm:prSet/>
      <dgm:spPr/>
      <dgm:t>
        <a:bodyPr/>
        <a:lstStyle/>
        <a:p>
          <a:endParaRPr lang="en-US"/>
        </a:p>
      </dgm:t>
    </dgm:pt>
    <dgm:pt modelId="{850EE05A-EE76-4FCE-8BDD-0B593920995C}" type="sibTrans" cxnId="{198BF403-D736-42A2-B486-37A9B53917E8}">
      <dgm:prSet/>
      <dgm:spPr/>
      <dgm:t>
        <a:bodyPr/>
        <a:lstStyle/>
        <a:p>
          <a:endParaRPr lang="en-US"/>
        </a:p>
      </dgm:t>
    </dgm:pt>
    <dgm:pt modelId="{2305D8BD-A6BB-40AD-9814-166DB6453429}">
      <dgm:prSet/>
      <dgm:spPr/>
      <dgm:t>
        <a:bodyPr/>
        <a:lstStyle/>
        <a:p>
          <a:r>
            <a:rPr kumimoji="1" lang="en-US"/>
            <a:t>Too much noise in input data</a:t>
          </a:r>
          <a:endParaRPr lang="en-US"/>
        </a:p>
      </dgm:t>
    </dgm:pt>
    <dgm:pt modelId="{3100F386-E2B9-473A-B40D-CD8707951D36}" type="parTrans" cxnId="{2D571F70-3104-4E46-99B5-90FCCDF32D84}">
      <dgm:prSet/>
      <dgm:spPr/>
      <dgm:t>
        <a:bodyPr/>
        <a:lstStyle/>
        <a:p>
          <a:endParaRPr lang="en-US"/>
        </a:p>
      </dgm:t>
    </dgm:pt>
    <dgm:pt modelId="{67F5791F-25A1-4709-9FDE-8B0977E0D24A}" type="sibTrans" cxnId="{2D571F70-3104-4E46-99B5-90FCCDF32D84}">
      <dgm:prSet/>
      <dgm:spPr/>
      <dgm:t>
        <a:bodyPr/>
        <a:lstStyle/>
        <a:p>
          <a:endParaRPr lang="en-US"/>
        </a:p>
      </dgm:t>
    </dgm:pt>
    <dgm:pt modelId="{76D1316D-2B35-DA4A-9D94-84151F030019}" type="pres">
      <dgm:prSet presAssocID="{2EF794BB-6A8C-45C0-A113-F862773E165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6FB8A10-6A12-BD41-9836-B968FDFCB9EE}" type="pres">
      <dgm:prSet presAssocID="{928CB661-2E3E-483F-B265-D0D97CE62180}" presName="root" presStyleCnt="0"/>
      <dgm:spPr/>
    </dgm:pt>
    <dgm:pt modelId="{9F96852E-02AE-8A44-B1B8-BC5D7E496FE0}" type="pres">
      <dgm:prSet presAssocID="{928CB661-2E3E-483F-B265-D0D97CE62180}" presName="rootComposite" presStyleCnt="0"/>
      <dgm:spPr/>
    </dgm:pt>
    <dgm:pt modelId="{7AF6A5B5-A6BA-E94C-BFFC-08B3660A03BF}" type="pres">
      <dgm:prSet presAssocID="{928CB661-2E3E-483F-B265-D0D97CE62180}" presName="rootText" presStyleLbl="node1" presStyleIdx="0" presStyleCnt="3"/>
      <dgm:spPr/>
    </dgm:pt>
    <dgm:pt modelId="{4E0BA7D0-9325-9542-873D-EBC9E54726B0}" type="pres">
      <dgm:prSet presAssocID="{928CB661-2E3E-483F-B265-D0D97CE62180}" presName="rootConnector" presStyleLbl="node1" presStyleIdx="0" presStyleCnt="3"/>
      <dgm:spPr/>
    </dgm:pt>
    <dgm:pt modelId="{ED3DC15F-2F98-7749-8F3C-A3C5988B07C0}" type="pres">
      <dgm:prSet presAssocID="{928CB661-2E3E-483F-B265-D0D97CE62180}" presName="childShape" presStyleCnt="0"/>
      <dgm:spPr/>
    </dgm:pt>
    <dgm:pt modelId="{539BA1F2-92FC-CF40-9C66-42620ADC5FB9}" type="pres">
      <dgm:prSet presAssocID="{2417E443-8898-4D4D-AEF0-83CB1261BE08}" presName="root" presStyleCnt="0"/>
      <dgm:spPr/>
    </dgm:pt>
    <dgm:pt modelId="{C826DBBD-8C83-704B-AFCD-1D90E0AA4478}" type="pres">
      <dgm:prSet presAssocID="{2417E443-8898-4D4D-AEF0-83CB1261BE08}" presName="rootComposite" presStyleCnt="0"/>
      <dgm:spPr/>
    </dgm:pt>
    <dgm:pt modelId="{571B43F9-ED40-7F43-A1DF-8A13CE3F9356}" type="pres">
      <dgm:prSet presAssocID="{2417E443-8898-4D4D-AEF0-83CB1261BE08}" presName="rootText" presStyleLbl="node1" presStyleIdx="1" presStyleCnt="3"/>
      <dgm:spPr/>
    </dgm:pt>
    <dgm:pt modelId="{5AD2DC06-CFE1-2F41-BEA1-09031847D5B7}" type="pres">
      <dgm:prSet presAssocID="{2417E443-8898-4D4D-AEF0-83CB1261BE08}" presName="rootConnector" presStyleLbl="node1" presStyleIdx="1" presStyleCnt="3"/>
      <dgm:spPr/>
    </dgm:pt>
    <dgm:pt modelId="{DD4F7191-654D-FD46-BE11-53F70D1545A9}" type="pres">
      <dgm:prSet presAssocID="{2417E443-8898-4D4D-AEF0-83CB1261BE08}" presName="childShape" presStyleCnt="0"/>
      <dgm:spPr/>
    </dgm:pt>
    <dgm:pt modelId="{D4D2BDFE-1DCA-0A4E-880B-6E8DC6C27781}" type="pres">
      <dgm:prSet presAssocID="{2305D8BD-A6BB-40AD-9814-166DB6453429}" presName="root" presStyleCnt="0"/>
      <dgm:spPr/>
    </dgm:pt>
    <dgm:pt modelId="{22883698-2213-C843-841D-B196DB43D9E9}" type="pres">
      <dgm:prSet presAssocID="{2305D8BD-A6BB-40AD-9814-166DB6453429}" presName="rootComposite" presStyleCnt="0"/>
      <dgm:spPr/>
    </dgm:pt>
    <dgm:pt modelId="{4BEB2617-92ED-DD49-BEA3-FFA2595644D3}" type="pres">
      <dgm:prSet presAssocID="{2305D8BD-A6BB-40AD-9814-166DB6453429}" presName="rootText" presStyleLbl="node1" presStyleIdx="2" presStyleCnt="3"/>
      <dgm:spPr/>
    </dgm:pt>
    <dgm:pt modelId="{EE31B06E-4CAA-3D47-874D-056ECFE720EC}" type="pres">
      <dgm:prSet presAssocID="{2305D8BD-A6BB-40AD-9814-166DB6453429}" presName="rootConnector" presStyleLbl="node1" presStyleIdx="2" presStyleCnt="3"/>
      <dgm:spPr/>
    </dgm:pt>
    <dgm:pt modelId="{9A2A0EC0-4FEA-9E46-853A-474BF77148D7}" type="pres">
      <dgm:prSet presAssocID="{2305D8BD-A6BB-40AD-9814-166DB6453429}" presName="childShape" presStyleCnt="0"/>
      <dgm:spPr/>
    </dgm:pt>
  </dgm:ptLst>
  <dgm:cxnLst>
    <dgm:cxn modelId="{198BF403-D736-42A2-B486-37A9B53917E8}" srcId="{2EF794BB-6A8C-45C0-A113-F862773E1658}" destId="{2417E443-8898-4D4D-AEF0-83CB1261BE08}" srcOrd="1" destOrd="0" parTransId="{41B9D34C-7867-4312-99F5-AD4B87DD798B}" sibTransId="{850EE05A-EE76-4FCE-8BDD-0B593920995C}"/>
    <dgm:cxn modelId="{6427921D-7CDF-654D-906C-6512EFA8A4FB}" type="presOf" srcId="{2417E443-8898-4D4D-AEF0-83CB1261BE08}" destId="{571B43F9-ED40-7F43-A1DF-8A13CE3F9356}" srcOrd="0" destOrd="0" presId="urn:microsoft.com/office/officeart/2005/8/layout/hierarchy3"/>
    <dgm:cxn modelId="{497F492D-869D-DC48-937D-F31D3778028B}" type="presOf" srcId="{2EF794BB-6A8C-45C0-A113-F862773E1658}" destId="{76D1316D-2B35-DA4A-9D94-84151F030019}" srcOrd="0" destOrd="0" presId="urn:microsoft.com/office/officeart/2005/8/layout/hierarchy3"/>
    <dgm:cxn modelId="{985F5367-42C8-CE44-8963-F0999A7BD00F}" type="presOf" srcId="{2417E443-8898-4D4D-AEF0-83CB1261BE08}" destId="{5AD2DC06-CFE1-2F41-BEA1-09031847D5B7}" srcOrd="1" destOrd="0" presId="urn:microsoft.com/office/officeart/2005/8/layout/hierarchy3"/>
    <dgm:cxn modelId="{2D571F70-3104-4E46-99B5-90FCCDF32D84}" srcId="{2EF794BB-6A8C-45C0-A113-F862773E1658}" destId="{2305D8BD-A6BB-40AD-9814-166DB6453429}" srcOrd="2" destOrd="0" parTransId="{3100F386-E2B9-473A-B40D-CD8707951D36}" sibTransId="{67F5791F-25A1-4709-9FDE-8B0977E0D24A}"/>
    <dgm:cxn modelId="{F6B0FE7D-F34B-B845-87E0-CBFABABBEC44}" type="presOf" srcId="{2305D8BD-A6BB-40AD-9814-166DB6453429}" destId="{4BEB2617-92ED-DD49-BEA3-FFA2595644D3}" srcOrd="0" destOrd="0" presId="urn:microsoft.com/office/officeart/2005/8/layout/hierarchy3"/>
    <dgm:cxn modelId="{ECF680AF-665E-814E-BFD0-FB7FA282A265}" type="presOf" srcId="{2305D8BD-A6BB-40AD-9814-166DB6453429}" destId="{EE31B06E-4CAA-3D47-874D-056ECFE720EC}" srcOrd="1" destOrd="0" presId="urn:microsoft.com/office/officeart/2005/8/layout/hierarchy3"/>
    <dgm:cxn modelId="{1CF246C1-7FC4-3B49-862F-928FC654C2AC}" type="presOf" srcId="{928CB661-2E3E-483F-B265-D0D97CE62180}" destId="{4E0BA7D0-9325-9542-873D-EBC9E54726B0}" srcOrd="1" destOrd="0" presId="urn:microsoft.com/office/officeart/2005/8/layout/hierarchy3"/>
    <dgm:cxn modelId="{65392EC5-3E61-5246-B41C-A5DEFC7E5906}" type="presOf" srcId="{928CB661-2E3E-483F-B265-D0D97CE62180}" destId="{7AF6A5B5-A6BA-E94C-BFFC-08B3660A03BF}" srcOrd="0" destOrd="0" presId="urn:microsoft.com/office/officeart/2005/8/layout/hierarchy3"/>
    <dgm:cxn modelId="{65BE80C9-F73B-4ED6-B025-BC0B23456CBD}" srcId="{2EF794BB-6A8C-45C0-A113-F862773E1658}" destId="{928CB661-2E3E-483F-B265-D0D97CE62180}" srcOrd="0" destOrd="0" parTransId="{2FD170D6-2115-4E3A-BA9F-7B5389B9F7D3}" sibTransId="{082FBF93-ABCC-4AF6-BDA7-B7CC8349D12C}"/>
    <dgm:cxn modelId="{E2F4C1A8-12AA-0F43-8DB4-EF64BF29D6C7}" type="presParOf" srcId="{76D1316D-2B35-DA4A-9D94-84151F030019}" destId="{66FB8A10-6A12-BD41-9836-B968FDFCB9EE}" srcOrd="0" destOrd="0" presId="urn:microsoft.com/office/officeart/2005/8/layout/hierarchy3"/>
    <dgm:cxn modelId="{F05E6B87-2FAE-7149-BE40-8C4C4FFAFBC5}" type="presParOf" srcId="{66FB8A10-6A12-BD41-9836-B968FDFCB9EE}" destId="{9F96852E-02AE-8A44-B1B8-BC5D7E496FE0}" srcOrd="0" destOrd="0" presId="urn:microsoft.com/office/officeart/2005/8/layout/hierarchy3"/>
    <dgm:cxn modelId="{91DB5E05-3683-1C4E-931E-F1B56B26A940}" type="presParOf" srcId="{9F96852E-02AE-8A44-B1B8-BC5D7E496FE0}" destId="{7AF6A5B5-A6BA-E94C-BFFC-08B3660A03BF}" srcOrd="0" destOrd="0" presId="urn:microsoft.com/office/officeart/2005/8/layout/hierarchy3"/>
    <dgm:cxn modelId="{A9ECA044-91C5-4342-A9E9-AEED66540118}" type="presParOf" srcId="{9F96852E-02AE-8A44-B1B8-BC5D7E496FE0}" destId="{4E0BA7D0-9325-9542-873D-EBC9E54726B0}" srcOrd="1" destOrd="0" presId="urn:microsoft.com/office/officeart/2005/8/layout/hierarchy3"/>
    <dgm:cxn modelId="{EFF19097-3186-1748-9F8B-5F97DE892158}" type="presParOf" srcId="{66FB8A10-6A12-BD41-9836-B968FDFCB9EE}" destId="{ED3DC15F-2F98-7749-8F3C-A3C5988B07C0}" srcOrd="1" destOrd="0" presId="urn:microsoft.com/office/officeart/2005/8/layout/hierarchy3"/>
    <dgm:cxn modelId="{692D2722-26A1-0E40-8578-CE450778E844}" type="presParOf" srcId="{76D1316D-2B35-DA4A-9D94-84151F030019}" destId="{539BA1F2-92FC-CF40-9C66-42620ADC5FB9}" srcOrd="1" destOrd="0" presId="urn:microsoft.com/office/officeart/2005/8/layout/hierarchy3"/>
    <dgm:cxn modelId="{DA029BBB-161C-CF45-84C1-7099CE4C3B95}" type="presParOf" srcId="{539BA1F2-92FC-CF40-9C66-42620ADC5FB9}" destId="{C826DBBD-8C83-704B-AFCD-1D90E0AA4478}" srcOrd="0" destOrd="0" presId="urn:microsoft.com/office/officeart/2005/8/layout/hierarchy3"/>
    <dgm:cxn modelId="{073858BD-8484-714D-8957-A8DD3DAEEBDC}" type="presParOf" srcId="{C826DBBD-8C83-704B-AFCD-1D90E0AA4478}" destId="{571B43F9-ED40-7F43-A1DF-8A13CE3F9356}" srcOrd="0" destOrd="0" presId="urn:microsoft.com/office/officeart/2005/8/layout/hierarchy3"/>
    <dgm:cxn modelId="{CFEE2107-552C-2C4C-91AB-38675F4A9FBA}" type="presParOf" srcId="{C826DBBD-8C83-704B-AFCD-1D90E0AA4478}" destId="{5AD2DC06-CFE1-2F41-BEA1-09031847D5B7}" srcOrd="1" destOrd="0" presId="urn:microsoft.com/office/officeart/2005/8/layout/hierarchy3"/>
    <dgm:cxn modelId="{3C8C1CD2-DE2D-454F-A6D7-EDBD45F7B4A4}" type="presParOf" srcId="{539BA1F2-92FC-CF40-9C66-42620ADC5FB9}" destId="{DD4F7191-654D-FD46-BE11-53F70D1545A9}" srcOrd="1" destOrd="0" presId="urn:microsoft.com/office/officeart/2005/8/layout/hierarchy3"/>
    <dgm:cxn modelId="{AB1B8BAA-0B96-0A4D-BCF6-C305FC37929F}" type="presParOf" srcId="{76D1316D-2B35-DA4A-9D94-84151F030019}" destId="{D4D2BDFE-1DCA-0A4E-880B-6E8DC6C27781}" srcOrd="2" destOrd="0" presId="urn:microsoft.com/office/officeart/2005/8/layout/hierarchy3"/>
    <dgm:cxn modelId="{1A184C5A-FF80-6C4D-96B9-12A60E22885D}" type="presParOf" srcId="{D4D2BDFE-1DCA-0A4E-880B-6E8DC6C27781}" destId="{22883698-2213-C843-841D-B196DB43D9E9}" srcOrd="0" destOrd="0" presId="urn:microsoft.com/office/officeart/2005/8/layout/hierarchy3"/>
    <dgm:cxn modelId="{DD0D3178-C173-AA4F-9C49-8CD50DB652E4}" type="presParOf" srcId="{22883698-2213-C843-841D-B196DB43D9E9}" destId="{4BEB2617-92ED-DD49-BEA3-FFA2595644D3}" srcOrd="0" destOrd="0" presId="urn:microsoft.com/office/officeart/2005/8/layout/hierarchy3"/>
    <dgm:cxn modelId="{BB122FC8-D353-4242-94E1-DDC958D64FC1}" type="presParOf" srcId="{22883698-2213-C843-841D-B196DB43D9E9}" destId="{EE31B06E-4CAA-3D47-874D-056ECFE720EC}" srcOrd="1" destOrd="0" presId="urn:microsoft.com/office/officeart/2005/8/layout/hierarchy3"/>
    <dgm:cxn modelId="{ED01E7BF-87A8-9041-9825-638F10528244}" type="presParOf" srcId="{D4D2BDFE-1DCA-0A4E-880B-6E8DC6C27781}" destId="{9A2A0EC0-4FEA-9E46-853A-474BF77148D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72D30A1-DC58-4F11-80F7-97716A8C9DA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11D394-9219-4B67-84CB-2061D17FF955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Overfitting is indicated by a significant discrepancy between training and validation errors: very low training error alongside high validation error</a:t>
          </a:r>
          <a:endParaRPr lang="en-US"/>
        </a:p>
      </dgm:t>
    </dgm:pt>
    <dgm:pt modelId="{721D4279-5F5C-4A7E-AB3F-9CE6B27FB95E}" type="parTrans" cxnId="{2FFF6DA0-5A95-4CFE-A900-5CF91D66CBBC}">
      <dgm:prSet/>
      <dgm:spPr/>
      <dgm:t>
        <a:bodyPr/>
        <a:lstStyle/>
        <a:p>
          <a:endParaRPr lang="en-US"/>
        </a:p>
      </dgm:t>
    </dgm:pt>
    <dgm:pt modelId="{743CBBAC-CF5E-46A1-BA06-C28C0F9EAD64}" type="sibTrans" cxnId="{2FFF6DA0-5A95-4CFE-A900-5CF91D66CBBC}">
      <dgm:prSet/>
      <dgm:spPr/>
      <dgm:t>
        <a:bodyPr/>
        <a:lstStyle/>
        <a:p>
          <a:endParaRPr lang="en-US"/>
        </a:p>
      </dgm:t>
    </dgm:pt>
    <dgm:pt modelId="{49F40E65-36DB-425C-9EED-08F5CD773884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Training and Validation Error Trends</a:t>
          </a:r>
          <a:endParaRPr lang="en-US"/>
        </a:p>
      </dgm:t>
    </dgm:pt>
    <dgm:pt modelId="{BB22818B-ACBC-40A8-A08C-9609A4ED33BD}" type="parTrans" cxnId="{66B4347E-CE6D-4521-9C8B-F249CFB89C58}">
      <dgm:prSet/>
      <dgm:spPr/>
      <dgm:t>
        <a:bodyPr/>
        <a:lstStyle/>
        <a:p>
          <a:endParaRPr lang="en-US"/>
        </a:p>
      </dgm:t>
    </dgm:pt>
    <dgm:pt modelId="{DB4D69D6-176E-4068-9FE2-AC654CE3B21C}" type="sibTrans" cxnId="{66B4347E-CE6D-4521-9C8B-F249CFB89C58}">
      <dgm:prSet/>
      <dgm:spPr/>
      <dgm:t>
        <a:bodyPr/>
        <a:lstStyle/>
        <a:p>
          <a:endParaRPr lang="en-US"/>
        </a:p>
      </dgm:t>
    </dgm:pt>
    <dgm:pt modelId="{C1DC97B3-6CD7-4350-9C36-16BD8421C6D9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1200" dirty="0"/>
            <a:t>Initially, both training and validation errors decrease as the model learns from the data</a:t>
          </a:r>
          <a:endParaRPr lang="en-US" sz="1200" dirty="0"/>
        </a:p>
      </dgm:t>
    </dgm:pt>
    <dgm:pt modelId="{C017E0AB-110B-4959-9171-3456D6E47FFB}" type="parTrans" cxnId="{A175B561-9701-420E-A2CD-C322DF1D15FD}">
      <dgm:prSet/>
      <dgm:spPr/>
      <dgm:t>
        <a:bodyPr/>
        <a:lstStyle/>
        <a:p>
          <a:endParaRPr lang="en-US"/>
        </a:p>
      </dgm:t>
    </dgm:pt>
    <dgm:pt modelId="{CF0D40A6-F690-4286-91EE-ADDA7C0D81FE}" type="sibTrans" cxnId="{A175B561-9701-420E-A2CD-C322DF1D15FD}">
      <dgm:prSet/>
      <dgm:spPr/>
      <dgm:t>
        <a:bodyPr/>
        <a:lstStyle/>
        <a:p>
          <a:endParaRPr lang="en-US"/>
        </a:p>
      </dgm:t>
    </dgm:pt>
    <dgm:pt modelId="{168F3697-0319-4EAC-9A9D-F81E91808BAE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1200" dirty="0"/>
            <a:t>A key sign of overfitting occurs when the validation error ceases to decrease and begins to increase, despite continued reductions in training error</a:t>
          </a:r>
          <a:endParaRPr lang="en-US" sz="1200" dirty="0"/>
        </a:p>
      </dgm:t>
    </dgm:pt>
    <dgm:pt modelId="{C8CBED66-744F-4A7A-AC3A-F295231EB363}" type="parTrans" cxnId="{8DABD317-C895-420D-B857-592B5D240493}">
      <dgm:prSet/>
      <dgm:spPr/>
      <dgm:t>
        <a:bodyPr/>
        <a:lstStyle/>
        <a:p>
          <a:endParaRPr lang="en-US"/>
        </a:p>
      </dgm:t>
    </dgm:pt>
    <dgm:pt modelId="{5FAA9AF3-6EC4-4FF1-821F-50E018D764F0}" type="sibTrans" cxnId="{8DABD317-C895-420D-B857-592B5D240493}">
      <dgm:prSet/>
      <dgm:spPr/>
      <dgm:t>
        <a:bodyPr/>
        <a:lstStyle/>
        <a:p>
          <a:endParaRPr lang="en-US"/>
        </a:p>
      </dgm:t>
    </dgm:pt>
    <dgm:pt modelId="{26988C8C-9B5D-4022-B186-C6664FD50999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Strategies to Combat Overfitting</a:t>
          </a:r>
          <a:endParaRPr lang="en-US"/>
        </a:p>
      </dgm:t>
    </dgm:pt>
    <dgm:pt modelId="{27DA0BF7-8EFF-42B6-809C-8E60932ABFFD}" type="parTrans" cxnId="{244ED38C-0D7C-4E5E-A872-1096666733EF}">
      <dgm:prSet/>
      <dgm:spPr/>
      <dgm:t>
        <a:bodyPr/>
        <a:lstStyle/>
        <a:p>
          <a:endParaRPr lang="en-US"/>
        </a:p>
      </dgm:t>
    </dgm:pt>
    <dgm:pt modelId="{35F8FDC2-9B5B-46A9-B15F-474194C86D71}" type="sibTrans" cxnId="{244ED38C-0D7C-4E5E-A872-1096666733EF}">
      <dgm:prSet/>
      <dgm:spPr/>
      <dgm:t>
        <a:bodyPr/>
        <a:lstStyle/>
        <a:p>
          <a:endParaRPr lang="en-US"/>
        </a:p>
      </dgm:t>
    </dgm:pt>
    <dgm:pt modelId="{47FD8AE0-41B5-43FC-B698-9B254FE62662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1200" dirty="0"/>
            <a:t>Early Stopping: Cease training when the validation error starts to rise, indicating the model is beginning to overfit to the training data</a:t>
          </a:r>
          <a:endParaRPr lang="en-US" sz="1200" dirty="0"/>
        </a:p>
      </dgm:t>
    </dgm:pt>
    <dgm:pt modelId="{3DA21334-79CB-42C1-9445-CF18B1C67709}" type="parTrans" cxnId="{CBD23362-7FFA-4CCD-9B17-54210FB28482}">
      <dgm:prSet/>
      <dgm:spPr/>
      <dgm:t>
        <a:bodyPr/>
        <a:lstStyle/>
        <a:p>
          <a:endParaRPr lang="en-US"/>
        </a:p>
      </dgm:t>
    </dgm:pt>
    <dgm:pt modelId="{29C8955D-0F00-4108-8324-FA2573D9A725}" type="sibTrans" cxnId="{CBD23362-7FFA-4CCD-9B17-54210FB28482}">
      <dgm:prSet/>
      <dgm:spPr/>
      <dgm:t>
        <a:bodyPr/>
        <a:lstStyle/>
        <a:p>
          <a:endParaRPr lang="en-US"/>
        </a:p>
      </dgm:t>
    </dgm:pt>
    <dgm:pt modelId="{1FE3479F-6582-41FC-8405-D8B9C20DBDE5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1200" dirty="0"/>
            <a:t>Model Snapshot: Taking a snapshot of the model at the point before the validation error rises can be useful for retaining a version of the model that has generalized well to unseen data</a:t>
          </a:r>
          <a:endParaRPr lang="en-US" sz="1200" dirty="0"/>
        </a:p>
      </dgm:t>
    </dgm:pt>
    <dgm:pt modelId="{8FC30A98-8CED-46B1-83C8-96B2EF0F8E34}" type="parTrans" cxnId="{B91AFDC9-6946-4190-B63C-CB3FEC613F78}">
      <dgm:prSet/>
      <dgm:spPr/>
      <dgm:t>
        <a:bodyPr/>
        <a:lstStyle/>
        <a:p>
          <a:endParaRPr lang="en-US"/>
        </a:p>
      </dgm:t>
    </dgm:pt>
    <dgm:pt modelId="{ABE2EC9A-FD7A-4A25-9C66-6FE4D2F5C265}" type="sibTrans" cxnId="{B91AFDC9-6946-4190-B63C-CB3FEC613F78}">
      <dgm:prSet/>
      <dgm:spPr/>
      <dgm:t>
        <a:bodyPr/>
        <a:lstStyle/>
        <a:p>
          <a:endParaRPr lang="en-US"/>
        </a:p>
      </dgm:t>
    </dgm:pt>
    <dgm:pt modelId="{8B0525D1-D86A-494B-8DDA-F72E9F750409}" type="pres">
      <dgm:prSet presAssocID="{972D30A1-DC58-4F11-80F7-97716A8C9DAA}" presName="root" presStyleCnt="0">
        <dgm:presLayoutVars>
          <dgm:dir/>
          <dgm:resizeHandles val="exact"/>
        </dgm:presLayoutVars>
      </dgm:prSet>
      <dgm:spPr/>
    </dgm:pt>
    <dgm:pt modelId="{8AF60485-41A4-46EE-8B24-788B0899A848}" type="pres">
      <dgm:prSet presAssocID="{AA11D394-9219-4B67-84CB-2061D17FF955}" presName="compNode" presStyleCnt="0"/>
      <dgm:spPr/>
    </dgm:pt>
    <dgm:pt modelId="{9A159FB4-AADB-4C36-BF5A-8FD05AC3A02B}" type="pres">
      <dgm:prSet presAssocID="{AA11D394-9219-4B67-84CB-2061D17FF955}" presName="bgRect" presStyleLbl="bgShp" presStyleIdx="0" presStyleCnt="3"/>
      <dgm:spPr/>
    </dgm:pt>
    <dgm:pt modelId="{62144F6F-35EA-4C62-ADFF-0FED693375EA}" type="pres">
      <dgm:prSet presAssocID="{AA11D394-9219-4B67-84CB-2061D17FF9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경고"/>
        </a:ext>
      </dgm:extLst>
    </dgm:pt>
    <dgm:pt modelId="{4CBFD539-E017-4F63-93BA-A86F06E7683E}" type="pres">
      <dgm:prSet presAssocID="{AA11D394-9219-4B67-84CB-2061D17FF955}" presName="spaceRect" presStyleCnt="0"/>
      <dgm:spPr/>
    </dgm:pt>
    <dgm:pt modelId="{C25D1CFB-61B8-413D-819E-CB94216CEAB0}" type="pres">
      <dgm:prSet presAssocID="{AA11D394-9219-4B67-84CB-2061D17FF955}" presName="parTx" presStyleLbl="revTx" presStyleIdx="0" presStyleCnt="5">
        <dgm:presLayoutVars>
          <dgm:chMax val="0"/>
          <dgm:chPref val="0"/>
        </dgm:presLayoutVars>
      </dgm:prSet>
      <dgm:spPr/>
    </dgm:pt>
    <dgm:pt modelId="{EB2BA779-562A-49D2-8259-966DE3995AEF}" type="pres">
      <dgm:prSet presAssocID="{743CBBAC-CF5E-46A1-BA06-C28C0F9EAD64}" presName="sibTrans" presStyleCnt="0"/>
      <dgm:spPr/>
    </dgm:pt>
    <dgm:pt modelId="{73A9AE14-04B4-43FE-8BD5-D31ECBA4BAC8}" type="pres">
      <dgm:prSet presAssocID="{49F40E65-36DB-425C-9EED-08F5CD773884}" presName="compNode" presStyleCnt="0"/>
      <dgm:spPr/>
    </dgm:pt>
    <dgm:pt modelId="{F44933FD-9212-4B59-AD2B-27E6E8BB7A02}" type="pres">
      <dgm:prSet presAssocID="{49F40E65-36DB-425C-9EED-08F5CD773884}" presName="bgRect" presStyleLbl="bgShp" presStyleIdx="1" presStyleCnt="3"/>
      <dgm:spPr/>
    </dgm:pt>
    <dgm:pt modelId="{5D73E3FD-ED67-4522-ACAC-F2E9C3B993DA}" type="pres">
      <dgm:prSet presAssocID="{49F40E65-36DB-425C-9EED-08F5CD77388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E306DB6-B2B5-451F-B077-59160B49CDE8}" type="pres">
      <dgm:prSet presAssocID="{49F40E65-36DB-425C-9EED-08F5CD773884}" presName="spaceRect" presStyleCnt="0"/>
      <dgm:spPr/>
    </dgm:pt>
    <dgm:pt modelId="{B2E84C1A-B61D-460C-975C-3DE13A62E9B1}" type="pres">
      <dgm:prSet presAssocID="{49F40E65-36DB-425C-9EED-08F5CD773884}" presName="parTx" presStyleLbl="revTx" presStyleIdx="1" presStyleCnt="5">
        <dgm:presLayoutVars>
          <dgm:chMax val="0"/>
          <dgm:chPref val="0"/>
        </dgm:presLayoutVars>
      </dgm:prSet>
      <dgm:spPr/>
    </dgm:pt>
    <dgm:pt modelId="{BA929625-7A0D-4C8D-8A2D-EA155EE0AB5E}" type="pres">
      <dgm:prSet presAssocID="{49F40E65-36DB-425C-9EED-08F5CD773884}" presName="desTx" presStyleLbl="revTx" presStyleIdx="2" presStyleCnt="5">
        <dgm:presLayoutVars/>
      </dgm:prSet>
      <dgm:spPr/>
    </dgm:pt>
    <dgm:pt modelId="{21C4A98B-EAF5-47D1-BC22-6B7B64527978}" type="pres">
      <dgm:prSet presAssocID="{DB4D69D6-176E-4068-9FE2-AC654CE3B21C}" presName="sibTrans" presStyleCnt="0"/>
      <dgm:spPr/>
    </dgm:pt>
    <dgm:pt modelId="{73171D08-5829-4380-9E1A-D1466EF217FC}" type="pres">
      <dgm:prSet presAssocID="{26988C8C-9B5D-4022-B186-C6664FD50999}" presName="compNode" presStyleCnt="0"/>
      <dgm:spPr/>
    </dgm:pt>
    <dgm:pt modelId="{E7FBE214-9228-48D8-8118-677D79B9E19B}" type="pres">
      <dgm:prSet presAssocID="{26988C8C-9B5D-4022-B186-C6664FD50999}" presName="bgRect" presStyleLbl="bgShp" presStyleIdx="2" presStyleCnt="3"/>
      <dgm:spPr/>
    </dgm:pt>
    <dgm:pt modelId="{AC4BD8EA-7CCD-47CB-9499-22CA8C1681A1}" type="pres">
      <dgm:prSet presAssocID="{26988C8C-9B5D-4022-B186-C6664FD509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123AE9CC-390B-4EBE-8BDC-98D1A102F466}" type="pres">
      <dgm:prSet presAssocID="{26988C8C-9B5D-4022-B186-C6664FD50999}" presName="spaceRect" presStyleCnt="0"/>
      <dgm:spPr/>
    </dgm:pt>
    <dgm:pt modelId="{2611F76F-B496-4E47-9995-3730A281E05F}" type="pres">
      <dgm:prSet presAssocID="{26988C8C-9B5D-4022-B186-C6664FD50999}" presName="parTx" presStyleLbl="revTx" presStyleIdx="3" presStyleCnt="5">
        <dgm:presLayoutVars>
          <dgm:chMax val="0"/>
          <dgm:chPref val="0"/>
        </dgm:presLayoutVars>
      </dgm:prSet>
      <dgm:spPr/>
    </dgm:pt>
    <dgm:pt modelId="{FA837316-D7E4-48AA-A85A-168656DA319D}" type="pres">
      <dgm:prSet presAssocID="{26988C8C-9B5D-4022-B186-C6664FD50999}" presName="desTx" presStyleLbl="revTx" presStyleIdx="4" presStyleCnt="5" custScaleY="135107">
        <dgm:presLayoutVars/>
      </dgm:prSet>
      <dgm:spPr/>
    </dgm:pt>
  </dgm:ptLst>
  <dgm:cxnLst>
    <dgm:cxn modelId="{FF570316-C659-49C8-A31E-AF2E53102357}" type="presOf" srcId="{1FE3479F-6582-41FC-8405-D8B9C20DBDE5}" destId="{FA837316-D7E4-48AA-A85A-168656DA319D}" srcOrd="0" destOrd="1" presId="urn:microsoft.com/office/officeart/2018/2/layout/IconVerticalSolidList"/>
    <dgm:cxn modelId="{8DABD317-C895-420D-B857-592B5D240493}" srcId="{49F40E65-36DB-425C-9EED-08F5CD773884}" destId="{168F3697-0319-4EAC-9A9D-F81E91808BAE}" srcOrd="1" destOrd="0" parTransId="{C8CBED66-744F-4A7A-AC3A-F295231EB363}" sibTransId="{5FAA9AF3-6EC4-4FF1-821F-50E018D764F0}"/>
    <dgm:cxn modelId="{41568231-FA8E-4B74-BDE0-46420D0044E3}" type="presOf" srcId="{AA11D394-9219-4B67-84CB-2061D17FF955}" destId="{C25D1CFB-61B8-413D-819E-CB94216CEAB0}" srcOrd="0" destOrd="0" presId="urn:microsoft.com/office/officeart/2018/2/layout/IconVerticalSolidList"/>
    <dgm:cxn modelId="{BF8F844B-4DA8-4134-8F49-A16DADC8B7C7}" type="presOf" srcId="{C1DC97B3-6CD7-4350-9C36-16BD8421C6D9}" destId="{BA929625-7A0D-4C8D-8A2D-EA155EE0AB5E}" srcOrd="0" destOrd="0" presId="urn:microsoft.com/office/officeart/2018/2/layout/IconVerticalSolidList"/>
    <dgm:cxn modelId="{394E2660-C203-40E8-A6E0-C5417206DE92}" type="presOf" srcId="{49F40E65-36DB-425C-9EED-08F5CD773884}" destId="{B2E84C1A-B61D-460C-975C-3DE13A62E9B1}" srcOrd="0" destOrd="0" presId="urn:microsoft.com/office/officeart/2018/2/layout/IconVerticalSolidList"/>
    <dgm:cxn modelId="{A175B561-9701-420E-A2CD-C322DF1D15FD}" srcId="{49F40E65-36DB-425C-9EED-08F5CD773884}" destId="{C1DC97B3-6CD7-4350-9C36-16BD8421C6D9}" srcOrd="0" destOrd="0" parTransId="{C017E0AB-110B-4959-9171-3456D6E47FFB}" sibTransId="{CF0D40A6-F690-4286-91EE-ADDA7C0D81FE}"/>
    <dgm:cxn modelId="{CBD23362-7FFA-4CCD-9B17-54210FB28482}" srcId="{26988C8C-9B5D-4022-B186-C6664FD50999}" destId="{47FD8AE0-41B5-43FC-B698-9B254FE62662}" srcOrd="0" destOrd="0" parTransId="{3DA21334-79CB-42C1-9445-CF18B1C67709}" sibTransId="{29C8955D-0F00-4108-8324-FA2573D9A725}"/>
    <dgm:cxn modelId="{DACF6A65-8A70-4E62-8C24-3608DAB74D1F}" type="presOf" srcId="{47FD8AE0-41B5-43FC-B698-9B254FE62662}" destId="{FA837316-D7E4-48AA-A85A-168656DA319D}" srcOrd="0" destOrd="0" presId="urn:microsoft.com/office/officeart/2018/2/layout/IconVerticalSolidList"/>
    <dgm:cxn modelId="{B5B3B269-48ED-4A42-AA77-A6A6E7F5C7A7}" type="presOf" srcId="{168F3697-0319-4EAC-9A9D-F81E91808BAE}" destId="{BA929625-7A0D-4C8D-8A2D-EA155EE0AB5E}" srcOrd="0" destOrd="1" presId="urn:microsoft.com/office/officeart/2018/2/layout/IconVerticalSolidList"/>
    <dgm:cxn modelId="{B27D506A-E69C-4F85-B01B-1BF54CE90A3E}" type="presOf" srcId="{26988C8C-9B5D-4022-B186-C6664FD50999}" destId="{2611F76F-B496-4E47-9995-3730A281E05F}" srcOrd="0" destOrd="0" presId="urn:microsoft.com/office/officeart/2018/2/layout/IconVerticalSolidList"/>
    <dgm:cxn modelId="{66B4347E-CE6D-4521-9C8B-F249CFB89C58}" srcId="{972D30A1-DC58-4F11-80F7-97716A8C9DAA}" destId="{49F40E65-36DB-425C-9EED-08F5CD773884}" srcOrd="1" destOrd="0" parTransId="{BB22818B-ACBC-40A8-A08C-9609A4ED33BD}" sibTransId="{DB4D69D6-176E-4068-9FE2-AC654CE3B21C}"/>
    <dgm:cxn modelId="{244ED38C-0D7C-4E5E-A872-1096666733EF}" srcId="{972D30A1-DC58-4F11-80F7-97716A8C9DAA}" destId="{26988C8C-9B5D-4022-B186-C6664FD50999}" srcOrd="2" destOrd="0" parTransId="{27DA0BF7-8EFF-42B6-809C-8E60932ABFFD}" sibTransId="{35F8FDC2-9B5B-46A9-B15F-474194C86D71}"/>
    <dgm:cxn modelId="{2FFF6DA0-5A95-4CFE-A900-5CF91D66CBBC}" srcId="{972D30A1-DC58-4F11-80F7-97716A8C9DAA}" destId="{AA11D394-9219-4B67-84CB-2061D17FF955}" srcOrd="0" destOrd="0" parTransId="{721D4279-5F5C-4A7E-AB3F-9CE6B27FB95E}" sibTransId="{743CBBAC-CF5E-46A1-BA06-C28C0F9EAD64}"/>
    <dgm:cxn modelId="{9C0E5CA9-8DB4-4054-8421-2C3F1A045A1B}" type="presOf" srcId="{972D30A1-DC58-4F11-80F7-97716A8C9DAA}" destId="{8B0525D1-D86A-494B-8DDA-F72E9F750409}" srcOrd="0" destOrd="0" presId="urn:microsoft.com/office/officeart/2018/2/layout/IconVerticalSolidList"/>
    <dgm:cxn modelId="{B91AFDC9-6946-4190-B63C-CB3FEC613F78}" srcId="{26988C8C-9B5D-4022-B186-C6664FD50999}" destId="{1FE3479F-6582-41FC-8405-D8B9C20DBDE5}" srcOrd="1" destOrd="0" parTransId="{8FC30A98-8CED-46B1-83C8-96B2EF0F8E34}" sibTransId="{ABE2EC9A-FD7A-4A25-9C66-6FE4D2F5C265}"/>
    <dgm:cxn modelId="{5666F46F-D024-46D5-9631-CCAE451B6857}" type="presParOf" srcId="{8B0525D1-D86A-494B-8DDA-F72E9F750409}" destId="{8AF60485-41A4-46EE-8B24-788B0899A848}" srcOrd="0" destOrd="0" presId="urn:microsoft.com/office/officeart/2018/2/layout/IconVerticalSolidList"/>
    <dgm:cxn modelId="{D2FB8A6A-6B39-4639-A907-07533E78CB3D}" type="presParOf" srcId="{8AF60485-41A4-46EE-8B24-788B0899A848}" destId="{9A159FB4-AADB-4C36-BF5A-8FD05AC3A02B}" srcOrd="0" destOrd="0" presId="urn:microsoft.com/office/officeart/2018/2/layout/IconVerticalSolidList"/>
    <dgm:cxn modelId="{4864EDAE-2727-4603-AC55-68F343EF4EFA}" type="presParOf" srcId="{8AF60485-41A4-46EE-8B24-788B0899A848}" destId="{62144F6F-35EA-4C62-ADFF-0FED693375EA}" srcOrd="1" destOrd="0" presId="urn:microsoft.com/office/officeart/2018/2/layout/IconVerticalSolidList"/>
    <dgm:cxn modelId="{4D065070-9403-48C3-B7F6-ECB89DA336CF}" type="presParOf" srcId="{8AF60485-41A4-46EE-8B24-788B0899A848}" destId="{4CBFD539-E017-4F63-93BA-A86F06E7683E}" srcOrd="2" destOrd="0" presId="urn:microsoft.com/office/officeart/2018/2/layout/IconVerticalSolidList"/>
    <dgm:cxn modelId="{2A2DC60C-00DE-4495-A8E6-427BE64C2599}" type="presParOf" srcId="{8AF60485-41A4-46EE-8B24-788B0899A848}" destId="{C25D1CFB-61B8-413D-819E-CB94216CEAB0}" srcOrd="3" destOrd="0" presId="urn:microsoft.com/office/officeart/2018/2/layout/IconVerticalSolidList"/>
    <dgm:cxn modelId="{BCDD0B61-53E1-4B44-B5E2-7B918C7C7AF6}" type="presParOf" srcId="{8B0525D1-D86A-494B-8DDA-F72E9F750409}" destId="{EB2BA779-562A-49D2-8259-966DE3995AEF}" srcOrd="1" destOrd="0" presId="urn:microsoft.com/office/officeart/2018/2/layout/IconVerticalSolidList"/>
    <dgm:cxn modelId="{5BA33341-C1E7-42CE-A365-36BA24A6315F}" type="presParOf" srcId="{8B0525D1-D86A-494B-8DDA-F72E9F750409}" destId="{73A9AE14-04B4-43FE-8BD5-D31ECBA4BAC8}" srcOrd="2" destOrd="0" presId="urn:microsoft.com/office/officeart/2018/2/layout/IconVerticalSolidList"/>
    <dgm:cxn modelId="{99C7AAB5-9321-40CE-891C-AEB6555264FD}" type="presParOf" srcId="{73A9AE14-04B4-43FE-8BD5-D31ECBA4BAC8}" destId="{F44933FD-9212-4B59-AD2B-27E6E8BB7A02}" srcOrd="0" destOrd="0" presId="urn:microsoft.com/office/officeart/2018/2/layout/IconVerticalSolidList"/>
    <dgm:cxn modelId="{17126E96-AC4C-49C0-A05E-AD9C5FCFCA8A}" type="presParOf" srcId="{73A9AE14-04B4-43FE-8BD5-D31ECBA4BAC8}" destId="{5D73E3FD-ED67-4522-ACAC-F2E9C3B993DA}" srcOrd="1" destOrd="0" presId="urn:microsoft.com/office/officeart/2018/2/layout/IconVerticalSolidList"/>
    <dgm:cxn modelId="{5D531161-E99F-47F8-896A-FB614B30B934}" type="presParOf" srcId="{73A9AE14-04B4-43FE-8BD5-D31ECBA4BAC8}" destId="{DE306DB6-B2B5-451F-B077-59160B49CDE8}" srcOrd="2" destOrd="0" presId="urn:microsoft.com/office/officeart/2018/2/layout/IconVerticalSolidList"/>
    <dgm:cxn modelId="{E9A60FE4-879C-4E09-9E67-00481F13F2AC}" type="presParOf" srcId="{73A9AE14-04B4-43FE-8BD5-D31ECBA4BAC8}" destId="{B2E84C1A-B61D-460C-975C-3DE13A62E9B1}" srcOrd="3" destOrd="0" presId="urn:microsoft.com/office/officeart/2018/2/layout/IconVerticalSolidList"/>
    <dgm:cxn modelId="{47B5AF9D-BD39-4BAF-9557-1411103341EE}" type="presParOf" srcId="{73A9AE14-04B4-43FE-8BD5-D31ECBA4BAC8}" destId="{BA929625-7A0D-4C8D-8A2D-EA155EE0AB5E}" srcOrd="4" destOrd="0" presId="urn:microsoft.com/office/officeart/2018/2/layout/IconVerticalSolidList"/>
    <dgm:cxn modelId="{98640825-C7E2-49C6-A87C-8BB4F6C26550}" type="presParOf" srcId="{8B0525D1-D86A-494B-8DDA-F72E9F750409}" destId="{21C4A98B-EAF5-47D1-BC22-6B7B64527978}" srcOrd="3" destOrd="0" presId="urn:microsoft.com/office/officeart/2018/2/layout/IconVerticalSolidList"/>
    <dgm:cxn modelId="{2B7356D5-9808-4FE7-BA11-FD58E152E9B4}" type="presParOf" srcId="{8B0525D1-D86A-494B-8DDA-F72E9F750409}" destId="{73171D08-5829-4380-9E1A-D1466EF217FC}" srcOrd="4" destOrd="0" presId="urn:microsoft.com/office/officeart/2018/2/layout/IconVerticalSolidList"/>
    <dgm:cxn modelId="{59DF75B4-060C-40FE-AF92-54B538DD3B4C}" type="presParOf" srcId="{73171D08-5829-4380-9E1A-D1466EF217FC}" destId="{E7FBE214-9228-48D8-8118-677D79B9E19B}" srcOrd="0" destOrd="0" presId="urn:microsoft.com/office/officeart/2018/2/layout/IconVerticalSolidList"/>
    <dgm:cxn modelId="{49FF7460-0DF1-4699-8655-F9A76589183F}" type="presParOf" srcId="{73171D08-5829-4380-9E1A-D1466EF217FC}" destId="{AC4BD8EA-7CCD-47CB-9499-22CA8C1681A1}" srcOrd="1" destOrd="0" presId="urn:microsoft.com/office/officeart/2018/2/layout/IconVerticalSolidList"/>
    <dgm:cxn modelId="{C556BC6B-D15F-4520-9BDB-48D6C4EF4729}" type="presParOf" srcId="{73171D08-5829-4380-9E1A-D1466EF217FC}" destId="{123AE9CC-390B-4EBE-8BDC-98D1A102F466}" srcOrd="2" destOrd="0" presId="urn:microsoft.com/office/officeart/2018/2/layout/IconVerticalSolidList"/>
    <dgm:cxn modelId="{46143E52-D4EC-43DF-997E-62858A74E15D}" type="presParOf" srcId="{73171D08-5829-4380-9E1A-D1466EF217FC}" destId="{2611F76F-B496-4E47-9995-3730A281E05F}" srcOrd="3" destOrd="0" presId="urn:microsoft.com/office/officeart/2018/2/layout/IconVerticalSolidList"/>
    <dgm:cxn modelId="{BA79F72A-FD78-422A-9761-FB9D715CA4AA}" type="presParOf" srcId="{73171D08-5829-4380-9E1A-D1466EF217FC}" destId="{FA837316-D7E4-48AA-A85A-168656DA319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D8CA03F-7E5C-447E-BCE5-B7079633249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FE301F-8C19-498D-B068-C3B2F8639C33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Overfitting is a manifestation of the bias-variance tradeoff, a fundamental concept in statistics and machine learning</a:t>
          </a:r>
          <a:endParaRPr lang="en-US"/>
        </a:p>
      </dgm:t>
    </dgm:pt>
    <dgm:pt modelId="{ECAC0C76-D970-4816-A9CF-2BD9F538EAF4}" type="parTrans" cxnId="{2FEB5C02-2609-40FC-AD21-2EA804314E2B}">
      <dgm:prSet/>
      <dgm:spPr/>
      <dgm:t>
        <a:bodyPr/>
        <a:lstStyle/>
        <a:p>
          <a:endParaRPr lang="en-US"/>
        </a:p>
      </dgm:t>
    </dgm:pt>
    <dgm:pt modelId="{CB8F2E16-578C-420F-9973-BADD9DBB1AA7}" type="sibTrans" cxnId="{2FEB5C02-2609-40FC-AD21-2EA804314E2B}">
      <dgm:prSet/>
      <dgm:spPr/>
      <dgm:t>
        <a:bodyPr/>
        <a:lstStyle/>
        <a:p>
          <a:endParaRPr lang="en-US"/>
        </a:p>
      </dgm:t>
    </dgm:pt>
    <dgm:pt modelId="{0220C0FD-7F71-40A3-9557-A858EDA089F4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Types of Errors</a:t>
          </a:r>
          <a:endParaRPr lang="en-US"/>
        </a:p>
      </dgm:t>
    </dgm:pt>
    <dgm:pt modelId="{630566E6-05B9-4615-B25A-C24E6A3AFC45}" type="parTrans" cxnId="{3C727062-C3B5-46B0-BF97-FE6433BCC635}">
      <dgm:prSet/>
      <dgm:spPr/>
      <dgm:t>
        <a:bodyPr/>
        <a:lstStyle/>
        <a:p>
          <a:endParaRPr lang="en-US"/>
        </a:p>
      </dgm:t>
    </dgm:pt>
    <dgm:pt modelId="{21673E45-7F96-4DC0-AB88-9E34FFA97659}" type="sibTrans" cxnId="{3C727062-C3B5-46B0-BF97-FE6433BCC635}">
      <dgm:prSet/>
      <dgm:spPr/>
      <dgm:t>
        <a:bodyPr/>
        <a:lstStyle/>
        <a:p>
          <a:endParaRPr lang="en-US"/>
        </a:p>
      </dgm:t>
    </dgm:pt>
    <dgm:pt modelId="{8667F477-344F-4E45-AD0B-F9DCE1E0EFBF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1400" dirty="0"/>
            <a:t>Bias Errors: Occur when the model is too simple to capture the underlying relationships in the training data, leading to underfitting</a:t>
          </a:r>
          <a:endParaRPr lang="en-US" sz="1400" dirty="0"/>
        </a:p>
      </dgm:t>
    </dgm:pt>
    <dgm:pt modelId="{B3980F2A-B4BF-4930-BD58-E4D34A351E0F}" type="parTrans" cxnId="{CD571E38-0B31-4BE2-89D1-DE70850F4850}">
      <dgm:prSet/>
      <dgm:spPr/>
      <dgm:t>
        <a:bodyPr/>
        <a:lstStyle/>
        <a:p>
          <a:endParaRPr lang="en-US"/>
        </a:p>
      </dgm:t>
    </dgm:pt>
    <dgm:pt modelId="{0D714724-32D7-466C-8AF2-28E07647D405}" type="sibTrans" cxnId="{CD571E38-0B31-4BE2-89D1-DE70850F4850}">
      <dgm:prSet/>
      <dgm:spPr/>
      <dgm:t>
        <a:bodyPr/>
        <a:lstStyle/>
        <a:p>
          <a:endParaRPr lang="en-US"/>
        </a:p>
      </dgm:t>
    </dgm:pt>
    <dgm:pt modelId="{345CC760-08E6-406B-9C05-42AB36B4E78A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1400"/>
            <a:t>Variance Errors: Arise when the model is too complex, capturing noise as if it were a significant pattern, thus leading to overfitting</a:t>
          </a:r>
          <a:endParaRPr lang="en-US" sz="1400"/>
        </a:p>
      </dgm:t>
    </dgm:pt>
    <dgm:pt modelId="{B3941D25-9E38-49A5-B568-9C5503F84C1D}" type="parTrans" cxnId="{936B1315-7254-4606-ADCF-4DF48157E4F8}">
      <dgm:prSet/>
      <dgm:spPr/>
      <dgm:t>
        <a:bodyPr/>
        <a:lstStyle/>
        <a:p>
          <a:endParaRPr lang="en-US"/>
        </a:p>
      </dgm:t>
    </dgm:pt>
    <dgm:pt modelId="{A8372E60-5AD0-4EE0-B090-148E62C97F4A}" type="sibTrans" cxnId="{936B1315-7254-4606-ADCF-4DF48157E4F8}">
      <dgm:prSet/>
      <dgm:spPr/>
      <dgm:t>
        <a:bodyPr/>
        <a:lstStyle/>
        <a:p>
          <a:endParaRPr lang="en-US"/>
        </a:p>
      </dgm:t>
    </dgm:pt>
    <dgm:pt modelId="{6BA420A2-8CCE-413B-AF73-FB97E1A0EF89}" type="pres">
      <dgm:prSet presAssocID="{BD8CA03F-7E5C-447E-BCE5-B7079633249C}" presName="root" presStyleCnt="0">
        <dgm:presLayoutVars>
          <dgm:dir/>
          <dgm:resizeHandles val="exact"/>
        </dgm:presLayoutVars>
      </dgm:prSet>
      <dgm:spPr/>
    </dgm:pt>
    <dgm:pt modelId="{F23E5234-5466-47AE-8599-B98445B89615}" type="pres">
      <dgm:prSet presAssocID="{D3FE301F-8C19-498D-B068-C3B2F8639C33}" presName="compNode" presStyleCnt="0"/>
      <dgm:spPr/>
    </dgm:pt>
    <dgm:pt modelId="{127F96E6-AF4D-4A75-AE11-E3A93C8965CF}" type="pres">
      <dgm:prSet presAssocID="{D3FE301F-8C19-498D-B068-C3B2F8639C33}" presName="bgRect" presStyleLbl="bgShp" presStyleIdx="0" presStyleCnt="2"/>
      <dgm:spPr/>
    </dgm:pt>
    <dgm:pt modelId="{77D81557-C706-4CB7-994A-DEE572DF3E38}" type="pres">
      <dgm:prSet presAssocID="{D3FE301F-8C19-498D-B068-C3B2F8639C3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7AA23EED-1314-42AF-8854-812CBFBF7AE2}" type="pres">
      <dgm:prSet presAssocID="{D3FE301F-8C19-498D-B068-C3B2F8639C33}" presName="spaceRect" presStyleCnt="0"/>
      <dgm:spPr/>
    </dgm:pt>
    <dgm:pt modelId="{1566C262-C878-45B1-ADF8-336DA9B2A807}" type="pres">
      <dgm:prSet presAssocID="{D3FE301F-8C19-498D-B068-C3B2F8639C33}" presName="parTx" presStyleLbl="revTx" presStyleIdx="0" presStyleCnt="3">
        <dgm:presLayoutVars>
          <dgm:chMax val="0"/>
          <dgm:chPref val="0"/>
        </dgm:presLayoutVars>
      </dgm:prSet>
      <dgm:spPr/>
    </dgm:pt>
    <dgm:pt modelId="{A086F622-652E-4E2B-9008-000009FD8CBE}" type="pres">
      <dgm:prSet presAssocID="{CB8F2E16-578C-420F-9973-BADD9DBB1AA7}" presName="sibTrans" presStyleCnt="0"/>
      <dgm:spPr/>
    </dgm:pt>
    <dgm:pt modelId="{709ECF3A-E458-4B12-B724-B528FFC86551}" type="pres">
      <dgm:prSet presAssocID="{0220C0FD-7F71-40A3-9557-A858EDA089F4}" presName="compNode" presStyleCnt="0"/>
      <dgm:spPr/>
    </dgm:pt>
    <dgm:pt modelId="{0984E162-72EF-45BB-8597-724500DCCA17}" type="pres">
      <dgm:prSet presAssocID="{0220C0FD-7F71-40A3-9557-A858EDA089F4}" presName="bgRect" presStyleLbl="bgShp" presStyleIdx="1" presStyleCnt="2"/>
      <dgm:spPr/>
    </dgm:pt>
    <dgm:pt modelId="{C0CC6C0F-6EFD-49FC-9770-D38C4D056ED5}" type="pres">
      <dgm:prSet presAssocID="{0220C0FD-7F71-40A3-9557-A858EDA089F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자극 물질"/>
        </a:ext>
      </dgm:extLst>
    </dgm:pt>
    <dgm:pt modelId="{E57A66DE-F914-41A4-A8FF-8AC2A4ABDB77}" type="pres">
      <dgm:prSet presAssocID="{0220C0FD-7F71-40A3-9557-A858EDA089F4}" presName="spaceRect" presStyleCnt="0"/>
      <dgm:spPr/>
    </dgm:pt>
    <dgm:pt modelId="{B4DF5177-8FAB-48BC-A0EE-D928C3BF677C}" type="pres">
      <dgm:prSet presAssocID="{0220C0FD-7F71-40A3-9557-A858EDA089F4}" presName="parTx" presStyleLbl="revTx" presStyleIdx="1" presStyleCnt="3">
        <dgm:presLayoutVars>
          <dgm:chMax val="0"/>
          <dgm:chPref val="0"/>
        </dgm:presLayoutVars>
      </dgm:prSet>
      <dgm:spPr/>
    </dgm:pt>
    <dgm:pt modelId="{146145E4-A204-4783-8862-95EA4C3486F8}" type="pres">
      <dgm:prSet presAssocID="{0220C0FD-7F71-40A3-9557-A858EDA089F4}" presName="desTx" presStyleLbl="revTx" presStyleIdx="2" presStyleCnt="3">
        <dgm:presLayoutVars/>
      </dgm:prSet>
      <dgm:spPr/>
    </dgm:pt>
  </dgm:ptLst>
  <dgm:cxnLst>
    <dgm:cxn modelId="{2FEB5C02-2609-40FC-AD21-2EA804314E2B}" srcId="{BD8CA03F-7E5C-447E-BCE5-B7079633249C}" destId="{D3FE301F-8C19-498D-B068-C3B2F8639C33}" srcOrd="0" destOrd="0" parTransId="{ECAC0C76-D970-4816-A9CF-2BD9F538EAF4}" sibTransId="{CB8F2E16-578C-420F-9973-BADD9DBB1AA7}"/>
    <dgm:cxn modelId="{936B1315-7254-4606-ADCF-4DF48157E4F8}" srcId="{0220C0FD-7F71-40A3-9557-A858EDA089F4}" destId="{345CC760-08E6-406B-9C05-42AB36B4E78A}" srcOrd="1" destOrd="0" parTransId="{B3941D25-9E38-49A5-B568-9C5503F84C1D}" sibTransId="{A8372E60-5AD0-4EE0-B090-148E62C97F4A}"/>
    <dgm:cxn modelId="{CD571E38-0B31-4BE2-89D1-DE70850F4850}" srcId="{0220C0FD-7F71-40A3-9557-A858EDA089F4}" destId="{8667F477-344F-4E45-AD0B-F9DCE1E0EFBF}" srcOrd="0" destOrd="0" parTransId="{B3980F2A-B4BF-4930-BD58-E4D34A351E0F}" sibTransId="{0D714724-32D7-466C-8AF2-28E07647D405}"/>
    <dgm:cxn modelId="{C8B0AA3F-91CB-4A86-89D2-28C611E47E48}" type="presOf" srcId="{0220C0FD-7F71-40A3-9557-A858EDA089F4}" destId="{B4DF5177-8FAB-48BC-A0EE-D928C3BF677C}" srcOrd="0" destOrd="0" presId="urn:microsoft.com/office/officeart/2018/2/layout/IconVerticalSolidList"/>
    <dgm:cxn modelId="{1911284F-B416-4168-AD03-197D9AB63953}" type="presOf" srcId="{BD8CA03F-7E5C-447E-BCE5-B7079633249C}" destId="{6BA420A2-8CCE-413B-AF73-FB97E1A0EF89}" srcOrd="0" destOrd="0" presId="urn:microsoft.com/office/officeart/2018/2/layout/IconVerticalSolidList"/>
    <dgm:cxn modelId="{F3501261-A7D7-4250-B00E-7E43794EF485}" type="presOf" srcId="{345CC760-08E6-406B-9C05-42AB36B4E78A}" destId="{146145E4-A204-4783-8862-95EA4C3486F8}" srcOrd="0" destOrd="1" presId="urn:microsoft.com/office/officeart/2018/2/layout/IconVerticalSolidList"/>
    <dgm:cxn modelId="{3C727062-C3B5-46B0-BF97-FE6433BCC635}" srcId="{BD8CA03F-7E5C-447E-BCE5-B7079633249C}" destId="{0220C0FD-7F71-40A3-9557-A858EDA089F4}" srcOrd="1" destOrd="0" parTransId="{630566E6-05B9-4615-B25A-C24E6A3AFC45}" sibTransId="{21673E45-7F96-4DC0-AB88-9E34FFA97659}"/>
    <dgm:cxn modelId="{9D6AF9D6-72FF-46FA-A49D-7450DE9C136B}" type="presOf" srcId="{D3FE301F-8C19-498D-B068-C3B2F8639C33}" destId="{1566C262-C878-45B1-ADF8-336DA9B2A807}" srcOrd="0" destOrd="0" presId="urn:microsoft.com/office/officeart/2018/2/layout/IconVerticalSolidList"/>
    <dgm:cxn modelId="{4783DDFC-481E-4E7A-A3F7-151888F30E6E}" type="presOf" srcId="{8667F477-344F-4E45-AD0B-F9DCE1E0EFBF}" destId="{146145E4-A204-4783-8862-95EA4C3486F8}" srcOrd="0" destOrd="0" presId="urn:microsoft.com/office/officeart/2018/2/layout/IconVerticalSolidList"/>
    <dgm:cxn modelId="{C7EBCEB3-A08D-47BE-93F1-BFDA0FB60615}" type="presParOf" srcId="{6BA420A2-8CCE-413B-AF73-FB97E1A0EF89}" destId="{F23E5234-5466-47AE-8599-B98445B89615}" srcOrd="0" destOrd="0" presId="urn:microsoft.com/office/officeart/2018/2/layout/IconVerticalSolidList"/>
    <dgm:cxn modelId="{45F998DB-CFDE-4AB4-AAF8-69C62B8326CE}" type="presParOf" srcId="{F23E5234-5466-47AE-8599-B98445B89615}" destId="{127F96E6-AF4D-4A75-AE11-E3A93C8965CF}" srcOrd="0" destOrd="0" presId="urn:microsoft.com/office/officeart/2018/2/layout/IconVerticalSolidList"/>
    <dgm:cxn modelId="{176D38CC-35D0-4FAE-953D-91C71E41593A}" type="presParOf" srcId="{F23E5234-5466-47AE-8599-B98445B89615}" destId="{77D81557-C706-4CB7-994A-DEE572DF3E38}" srcOrd="1" destOrd="0" presId="urn:microsoft.com/office/officeart/2018/2/layout/IconVerticalSolidList"/>
    <dgm:cxn modelId="{FCE1A3C0-37D5-40AB-8533-DBFC029C9817}" type="presParOf" srcId="{F23E5234-5466-47AE-8599-B98445B89615}" destId="{7AA23EED-1314-42AF-8854-812CBFBF7AE2}" srcOrd="2" destOrd="0" presId="urn:microsoft.com/office/officeart/2018/2/layout/IconVerticalSolidList"/>
    <dgm:cxn modelId="{136BCF69-16CB-4511-84DD-CFCBD8A544DF}" type="presParOf" srcId="{F23E5234-5466-47AE-8599-B98445B89615}" destId="{1566C262-C878-45B1-ADF8-336DA9B2A807}" srcOrd="3" destOrd="0" presId="urn:microsoft.com/office/officeart/2018/2/layout/IconVerticalSolidList"/>
    <dgm:cxn modelId="{ECB50A52-8148-4791-BC58-3423452B8FE4}" type="presParOf" srcId="{6BA420A2-8CCE-413B-AF73-FB97E1A0EF89}" destId="{A086F622-652E-4E2B-9008-000009FD8CBE}" srcOrd="1" destOrd="0" presId="urn:microsoft.com/office/officeart/2018/2/layout/IconVerticalSolidList"/>
    <dgm:cxn modelId="{DA0175F1-2AFA-4060-AF82-52DF81CDCE76}" type="presParOf" srcId="{6BA420A2-8CCE-413B-AF73-FB97E1A0EF89}" destId="{709ECF3A-E458-4B12-B724-B528FFC86551}" srcOrd="2" destOrd="0" presId="urn:microsoft.com/office/officeart/2018/2/layout/IconVerticalSolidList"/>
    <dgm:cxn modelId="{C37D487B-B4C8-463B-9579-C916ED9A44E4}" type="presParOf" srcId="{709ECF3A-E458-4B12-B724-B528FFC86551}" destId="{0984E162-72EF-45BB-8597-724500DCCA17}" srcOrd="0" destOrd="0" presId="urn:microsoft.com/office/officeart/2018/2/layout/IconVerticalSolidList"/>
    <dgm:cxn modelId="{32010B27-62D6-4A11-AA70-B502F53AA892}" type="presParOf" srcId="{709ECF3A-E458-4B12-B724-B528FFC86551}" destId="{C0CC6C0F-6EFD-49FC-9770-D38C4D056ED5}" srcOrd="1" destOrd="0" presId="urn:microsoft.com/office/officeart/2018/2/layout/IconVerticalSolidList"/>
    <dgm:cxn modelId="{804CF6CF-D579-4254-A21F-C309F55DF92A}" type="presParOf" srcId="{709ECF3A-E458-4B12-B724-B528FFC86551}" destId="{E57A66DE-F914-41A4-A8FF-8AC2A4ABDB77}" srcOrd="2" destOrd="0" presId="urn:microsoft.com/office/officeart/2018/2/layout/IconVerticalSolidList"/>
    <dgm:cxn modelId="{B2691010-E6A7-431A-A26E-E21EC567ADE5}" type="presParOf" srcId="{709ECF3A-E458-4B12-B724-B528FFC86551}" destId="{B4DF5177-8FAB-48BC-A0EE-D928C3BF677C}" srcOrd="3" destOrd="0" presId="urn:microsoft.com/office/officeart/2018/2/layout/IconVerticalSolidList"/>
    <dgm:cxn modelId="{3C966093-227C-4D39-A2FF-11DE0E04B7DE}" type="presParOf" srcId="{709ECF3A-E458-4B12-B724-B528FFC86551}" destId="{146145E4-A204-4783-8862-95EA4C3486F8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A1D3ECA-4A4E-477C-AC6B-DD0CE13FBB4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51CA19-6C35-4FFA-822E-17C605A6BC54}">
      <dgm:prSet/>
      <dgm:spPr/>
      <dgm:t>
        <a:bodyPr/>
        <a:lstStyle/>
        <a:p>
          <a:r>
            <a:rPr kumimoji="1" lang="en-US"/>
            <a:t>As training progresses, bias error tends to decrease because the model increasingly learns to approximate the true relationship within the data</a:t>
          </a:r>
          <a:endParaRPr lang="en-US"/>
        </a:p>
      </dgm:t>
    </dgm:pt>
    <dgm:pt modelId="{6CF7A352-F32C-400D-B402-D5E0FF6E44E6}" type="parTrans" cxnId="{EBCFCF03-A79E-4445-9EB9-F4A4D94A7785}">
      <dgm:prSet/>
      <dgm:spPr/>
      <dgm:t>
        <a:bodyPr/>
        <a:lstStyle/>
        <a:p>
          <a:endParaRPr lang="en-US"/>
        </a:p>
      </dgm:t>
    </dgm:pt>
    <dgm:pt modelId="{2B850FE2-91DB-490C-B8C3-7BEF75454BB0}" type="sibTrans" cxnId="{EBCFCF03-A79E-4445-9EB9-F4A4D94A7785}">
      <dgm:prSet/>
      <dgm:spPr/>
      <dgm:t>
        <a:bodyPr/>
        <a:lstStyle/>
        <a:p>
          <a:endParaRPr lang="en-US"/>
        </a:p>
      </dgm:t>
    </dgm:pt>
    <dgm:pt modelId="{52A03EC9-7320-409D-BB4A-6F6D47991D26}">
      <dgm:prSet/>
      <dgm:spPr/>
      <dgm:t>
        <a:bodyPr/>
        <a:lstStyle/>
        <a:p>
          <a:r>
            <a:rPr kumimoji="1" lang="en-US"/>
            <a:t>Conversely, variance error increases as the model begins to fit not just the signal but also the noise in the data</a:t>
          </a:r>
          <a:endParaRPr lang="en-US"/>
        </a:p>
      </dgm:t>
    </dgm:pt>
    <dgm:pt modelId="{83EFE761-A581-4381-A080-4C0034E6BEE0}" type="parTrans" cxnId="{85043832-6599-41B3-B9C0-024217D3BAEB}">
      <dgm:prSet/>
      <dgm:spPr/>
      <dgm:t>
        <a:bodyPr/>
        <a:lstStyle/>
        <a:p>
          <a:endParaRPr lang="en-US"/>
        </a:p>
      </dgm:t>
    </dgm:pt>
    <dgm:pt modelId="{748E530B-08EF-403C-9AC8-37FB336FC8AB}" type="sibTrans" cxnId="{85043832-6599-41B3-B9C0-024217D3BAEB}">
      <dgm:prSet/>
      <dgm:spPr/>
      <dgm:t>
        <a:bodyPr/>
        <a:lstStyle/>
        <a:p>
          <a:endParaRPr lang="en-US"/>
        </a:p>
      </dgm:t>
    </dgm:pt>
    <dgm:pt modelId="{EB518A95-D71F-431A-938C-AF2950AE6104}">
      <dgm:prSet/>
      <dgm:spPr/>
      <dgm:t>
        <a:bodyPr/>
        <a:lstStyle/>
        <a:p>
          <a:r>
            <a:rPr kumimoji="1" lang="en-US"/>
            <a:t>Strategies to Address Overfitting</a:t>
          </a:r>
          <a:endParaRPr lang="en-US"/>
        </a:p>
      </dgm:t>
    </dgm:pt>
    <dgm:pt modelId="{99648FD7-1B15-4015-94EA-ECD47EF90444}" type="parTrans" cxnId="{6E23D298-B8E0-4994-B643-34D478B5BCAD}">
      <dgm:prSet/>
      <dgm:spPr/>
      <dgm:t>
        <a:bodyPr/>
        <a:lstStyle/>
        <a:p>
          <a:endParaRPr lang="en-US"/>
        </a:p>
      </dgm:t>
    </dgm:pt>
    <dgm:pt modelId="{6A99B671-3DA6-4BA1-A75E-625FCEF8D281}" type="sibTrans" cxnId="{6E23D298-B8E0-4994-B643-34D478B5BCAD}">
      <dgm:prSet/>
      <dgm:spPr/>
      <dgm:t>
        <a:bodyPr/>
        <a:lstStyle/>
        <a:p>
          <a:endParaRPr lang="en-US"/>
        </a:p>
      </dgm:t>
    </dgm:pt>
    <dgm:pt modelId="{054CA06B-B19B-489E-A1B5-EAAC2B9020C0}">
      <dgm:prSet/>
      <dgm:spPr/>
      <dgm:t>
        <a:bodyPr/>
        <a:lstStyle/>
        <a:p>
          <a:r>
            <a:rPr kumimoji="1" lang="en-US" dirty="0"/>
            <a:t>Manual Intervention: Stop training when signs of overfitting, such as an increase in validation error, are detected</a:t>
          </a:r>
          <a:endParaRPr lang="en-US" dirty="0"/>
        </a:p>
      </dgm:t>
    </dgm:pt>
    <dgm:pt modelId="{51BDCB7E-343B-4868-B800-167C24810F81}" type="parTrans" cxnId="{C018C103-7810-45FA-BF70-2D988C45622E}">
      <dgm:prSet/>
      <dgm:spPr/>
      <dgm:t>
        <a:bodyPr/>
        <a:lstStyle/>
        <a:p>
          <a:endParaRPr lang="en-US"/>
        </a:p>
      </dgm:t>
    </dgm:pt>
    <dgm:pt modelId="{3124D7CB-B28C-4FB3-B581-4BDF314EA46B}" type="sibTrans" cxnId="{C018C103-7810-45FA-BF70-2D988C45622E}">
      <dgm:prSet/>
      <dgm:spPr/>
      <dgm:t>
        <a:bodyPr/>
        <a:lstStyle/>
        <a:p>
          <a:endParaRPr lang="en-US"/>
        </a:p>
      </dgm:t>
    </dgm:pt>
    <dgm:pt modelId="{F7C46962-B155-4F5E-A687-ADD6E1192562}">
      <dgm:prSet/>
      <dgm:spPr/>
      <dgm:t>
        <a:bodyPr/>
        <a:lstStyle/>
        <a:p>
          <a:r>
            <a:rPr kumimoji="1" lang="en-US" dirty="0"/>
            <a:t>Automatic Mechanisms: Implement regularization techniques to automatically limit the complexity of the model, helping to balance bias and variance, and prevent overfitting</a:t>
          </a:r>
          <a:endParaRPr lang="en-US" dirty="0"/>
        </a:p>
      </dgm:t>
    </dgm:pt>
    <dgm:pt modelId="{287E1A72-BAAB-4BEA-B131-8B9CE9B0E1C3}" type="parTrans" cxnId="{60F7A3C0-AB7A-4FA8-94F8-2F68EE2A9650}">
      <dgm:prSet/>
      <dgm:spPr/>
      <dgm:t>
        <a:bodyPr/>
        <a:lstStyle/>
        <a:p>
          <a:endParaRPr lang="en-US"/>
        </a:p>
      </dgm:t>
    </dgm:pt>
    <dgm:pt modelId="{5952EF67-EC73-48BD-ADB2-85E9CE1BB6C1}" type="sibTrans" cxnId="{60F7A3C0-AB7A-4FA8-94F8-2F68EE2A9650}">
      <dgm:prSet/>
      <dgm:spPr/>
      <dgm:t>
        <a:bodyPr/>
        <a:lstStyle/>
        <a:p>
          <a:endParaRPr lang="en-US"/>
        </a:p>
      </dgm:t>
    </dgm:pt>
    <dgm:pt modelId="{4F07E85F-A85D-F84B-93EE-29641DB28098}" type="pres">
      <dgm:prSet presAssocID="{1A1D3ECA-4A4E-477C-AC6B-DD0CE13FBB4F}" presName="linear" presStyleCnt="0">
        <dgm:presLayoutVars>
          <dgm:animLvl val="lvl"/>
          <dgm:resizeHandles val="exact"/>
        </dgm:presLayoutVars>
      </dgm:prSet>
      <dgm:spPr/>
    </dgm:pt>
    <dgm:pt modelId="{A8ED0B08-4E28-604D-8EDF-217624A25B30}" type="pres">
      <dgm:prSet presAssocID="{5551CA19-6C35-4FFA-822E-17C605A6BC5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87DA32A-2B44-4548-94FE-25138B22DE26}" type="pres">
      <dgm:prSet presAssocID="{2B850FE2-91DB-490C-B8C3-7BEF75454BB0}" presName="spacer" presStyleCnt="0"/>
      <dgm:spPr/>
    </dgm:pt>
    <dgm:pt modelId="{0CB34090-AFE4-234E-8A02-700C4FCB6813}" type="pres">
      <dgm:prSet presAssocID="{52A03EC9-7320-409D-BB4A-6F6D47991D2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3E0D50E-7DF0-5E48-95F6-069139373D26}" type="pres">
      <dgm:prSet presAssocID="{748E530B-08EF-403C-9AC8-37FB336FC8AB}" presName="spacer" presStyleCnt="0"/>
      <dgm:spPr/>
    </dgm:pt>
    <dgm:pt modelId="{78D59CFF-8E1F-8145-8C24-B0C510783C65}" type="pres">
      <dgm:prSet presAssocID="{EB518A95-D71F-431A-938C-AF2950AE610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D56B3FE-73AF-8948-A08C-BDDEC74515A9}" type="pres">
      <dgm:prSet presAssocID="{EB518A95-D71F-431A-938C-AF2950AE610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018C103-7810-45FA-BF70-2D988C45622E}" srcId="{EB518A95-D71F-431A-938C-AF2950AE6104}" destId="{054CA06B-B19B-489E-A1B5-EAAC2B9020C0}" srcOrd="0" destOrd="0" parTransId="{51BDCB7E-343B-4868-B800-167C24810F81}" sibTransId="{3124D7CB-B28C-4FB3-B581-4BDF314EA46B}"/>
    <dgm:cxn modelId="{EBCFCF03-A79E-4445-9EB9-F4A4D94A7785}" srcId="{1A1D3ECA-4A4E-477C-AC6B-DD0CE13FBB4F}" destId="{5551CA19-6C35-4FFA-822E-17C605A6BC54}" srcOrd="0" destOrd="0" parTransId="{6CF7A352-F32C-400D-B402-D5E0FF6E44E6}" sibTransId="{2B850FE2-91DB-490C-B8C3-7BEF75454BB0}"/>
    <dgm:cxn modelId="{1CFA9504-EF86-064D-9F56-162B0260FD27}" type="presOf" srcId="{5551CA19-6C35-4FFA-822E-17C605A6BC54}" destId="{A8ED0B08-4E28-604D-8EDF-217624A25B30}" srcOrd="0" destOrd="0" presId="urn:microsoft.com/office/officeart/2005/8/layout/vList2"/>
    <dgm:cxn modelId="{B9C97120-8F85-AC45-861E-5796F4D999C6}" type="presOf" srcId="{F7C46962-B155-4F5E-A687-ADD6E1192562}" destId="{0D56B3FE-73AF-8948-A08C-BDDEC74515A9}" srcOrd="0" destOrd="1" presId="urn:microsoft.com/office/officeart/2005/8/layout/vList2"/>
    <dgm:cxn modelId="{85043832-6599-41B3-B9C0-024217D3BAEB}" srcId="{1A1D3ECA-4A4E-477C-AC6B-DD0CE13FBB4F}" destId="{52A03EC9-7320-409D-BB4A-6F6D47991D26}" srcOrd="1" destOrd="0" parTransId="{83EFE761-A581-4381-A080-4C0034E6BEE0}" sibTransId="{748E530B-08EF-403C-9AC8-37FB336FC8AB}"/>
    <dgm:cxn modelId="{5A3D2447-AF24-4C4C-84D5-680F262DFBE0}" type="presOf" srcId="{1A1D3ECA-4A4E-477C-AC6B-DD0CE13FBB4F}" destId="{4F07E85F-A85D-F84B-93EE-29641DB28098}" srcOrd="0" destOrd="0" presId="urn:microsoft.com/office/officeart/2005/8/layout/vList2"/>
    <dgm:cxn modelId="{9CB22955-4685-EE49-BA5A-A671DBF3A60F}" type="presOf" srcId="{52A03EC9-7320-409D-BB4A-6F6D47991D26}" destId="{0CB34090-AFE4-234E-8A02-700C4FCB6813}" srcOrd="0" destOrd="0" presId="urn:microsoft.com/office/officeart/2005/8/layout/vList2"/>
    <dgm:cxn modelId="{6E23D298-B8E0-4994-B643-34D478B5BCAD}" srcId="{1A1D3ECA-4A4E-477C-AC6B-DD0CE13FBB4F}" destId="{EB518A95-D71F-431A-938C-AF2950AE6104}" srcOrd="2" destOrd="0" parTransId="{99648FD7-1B15-4015-94EA-ECD47EF90444}" sibTransId="{6A99B671-3DA6-4BA1-A75E-625FCEF8D281}"/>
    <dgm:cxn modelId="{768996BD-8200-7A49-A8FC-741180F20E4F}" type="presOf" srcId="{054CA06B-B19B-489E-A1B5-EAAC2B9020C0}" destId="{0D56B3FE-73AF-8948-A08C-BDDEC74515A9}" srcOrd="0" destOrd="0" presId="urn:microsoft.com/office/officeart/2005/8/layout/vList2"/>
    <dgm:cxn modelId="{60F7A3C0-AB7A-4FA8-94F8-2F68EE2A9650}" srcId="{EB518A95-D71F-431A-938C-AF2950AE6104}" destId="{F7C46962-B155-4F5E-A687-ADD6E1192562}" srcOrd="1" destOrd="0" parTransId="{287E1A72-BAAB-4BEA-B131-8B9CE9B0E1C3}" sibTransId="{5952EF67-EC73-48BD-ADB2-85E9CE1BB6C1}"/>
    <dgm:cxn modelId="{38373BEC-FD84-4343-B6FC-04763E301C53}" type="presOf" srcId="{EB518A95-D71F-431A-938C-AF2950AE6104}" destId="{78D59CFF-8E1F-8145-8C24-B0C510783C65}" srcOrd="0" destOrd="0" presId="urn:microsoft.com/office/officeart/2005/8/layout/vList2"/>
    <dgm:cxn modelId="{C8EFDA73-4486-6E43-B764-88BFE5E83F71}" type="presParOf" srcId="{4F07E85F-A85D-F84B-93EE-29641DB28098}" destId="{A8ED0B08-4E28-604D-8EDF-217624A25B30}" srcOrd="0" destOrd="0" presId="urn:microsoft.com/office/officeart/2005/8/layout/vList2"/>
    <dgm:cxn modelId="{707E9D66-276F-104E-A2F3-528BC2A62725}" type="presParOf" srcId="{4F07E85F-A85D-F84B-93EE-29641DB28098}" destId="{D87DA32A-2B44-4548-94FE-25138B22DE26}" srcOrd="1" destOrd="0" presId="urn:microsoft.com/office/officeart/2005/8/layout/vList2"/>
    <dgm:cxn modelId="{A3E10485-0B2E-4A46-80F1-652D510C02AF}" type="presParOf" srcId="{4F07E85F-A85D-F84B-93EE-29641DB28098}" destId="{0CB34090-AFE4-234E-8A02-700C4FCB6813}" srcOrd="2" destOrd="0" presId="urn:microsoft.com/office/officeart/2005/8/layout/vList2"/>
    <dgm:cxn modelId="{59DB3A31-4AF8-AD4A-AE6B-5F0D9FA142AD}" type="presParOf" srcId="{4F07E85F-A85D-F84B-93EE-29641DB28098}" destId="{93E0D50E-7DF0-5E48-95F6-069139373D26}" srcOrd="3" destOrd="0" presId="urn:microsoft.com/office/officeart/2005/8/layout/vList2"/>
    <dgm:cxn modelId="{E5170B89-074D-6F4A-AE7B-D8860E7D101F}" type="presParOf" srcId="{4F07E85F-A85D-F84B-93EE-29641DB28098}" destId="{78D59CFF-8E1F-8145-8C24-B0C510783C65}" srcOrd="4" destOrd="0" presId="urn:microsoft.com/office/officeart/2005/8/layout/vList2"/>
    <dgm:cxn modelId="{EE9B9712-1FF9-EB49-A6AC-4C16782EA44F}" type="presParOf" srcId="{4F07E85F-A85D-F84B-93EE-29641DB28098}" destId="{0D56B3FE-73AF-8948-A08C-BDDEC74515A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95364-69E8-4107-B79F-7F53E30640B8}">
      <dsp:nvSpPr>
        <dsp:cNvPr id="0" name=""/>
        <dsp:cNvSpPr/>
      </dsp:nvSpPr>
      <dsp:spPr>
        <a:xfrm>
          <a:off x="-348413" y="6612"/>
          <a:ext cx="11196121" cy="11881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90C09E-2CA5-4BEB-9CA4-333C1A6B38E5}">
      <dsp:nvSpPr>
        <dsp:cNvPr id="0" name=""/>
        <dsp:cNvSpPr/>
      </dsp:nvSpPr>
      <dsp:spPr>
        <a:xfrm>
          <a:off x="11012" y="273955"/>
          <a:ext cx="653502" cy="6535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D80D5-119E-4D1B-B7EA-E858C5FD73A3}">
      <dsp:nvSpPr>
        <dsp:cNvPr id="0" name=""/>
        <dsp:cNvSpPr/>
      </dsp:nvSpPr>
      <dsp:spPr>
        <a:xfrm>
          <a:off x="1023941" y="6612"/>
          <a:ext cx="9821080" cy="1188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50" tIns="125750" rIns="125750" bIns="12575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300" kern="1200"/>
            <a:t>A discipline aimed at training computer models to solve problems using data.</a:t>
          </a:r>
          <a:endParaRPr lang="en-US" sz="2300" kern="1200"/>
        </a:p>
      </dsp:txBody>
      <dsp:txXfrm>
        <a:off x="1023941" y="6612"/>
        <a:ext cx="9821080" cy="1188186"/>
      </dsp:txXfrm>
    </dsp:sp>
    <dsp:sp modelId="{FC590D39-261E-46BC-9052-D285A00DE53B}">
      <dsp:nvSpPr>
        <dsp:cNvPr id="0" name=""/>
        <dsp:cNvSpPr/>
      </dsp:nvSpPr>
      <dsp:spPr>
        <a:xfrm>
          <a:off x="-348413" y="1491846"/>
          <a:ext cx="11196121" cy="11881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80CB1-B556-4783-9318-A078304E896B}">
      <dsp:nvSpPr>
        <dsp:cNvPr id="0" name=""/>
        <dsp:cNvSpPr/>
      </dsp:nvSpPr>
      <dsp:spPr>
        <a:xfrm>
          <a:off x="11012" y="1759188"/>
          <a:ext cx="653502" cy="6535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02686-1281-4992-91EA-32823C392E3F}">
      <dsp:nvSpPr>
        <dsp:cNvPr id="0" name=""/>
        <dsp:cNvSpPr/>
      </dsp:nvSpPr>
      <dsp:spPr>
        <a:xfrm>
          <a:off x="1023941" y="1491846"/>
          <a:ext cx="5038254" cy="1188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50" tIns="125750" rIns="125750" bIns="12575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300" kern="1200"/>
            <a:t>Data and Models:</a:t>
          </a:r>
          <a:endParaRPr lang="en-US" sz="2300" kern="1200"/>
        </a:p>
      </dsp:txBody>
      <dsp:txXfrm>
        <a:off x="1023941" y="1491846"/>
        <a:ext cx="5038254" cy="1188186"/>
      </dsp:txXfrm>
    </dsp:sp>
    <dsp:sp modelId="{FAA3E477-4D01-419B-921E-BD1735F8280E}">
      <dsp:nvSpPr>
        <dsp:cNvPr id="0" name=""/>
        <dsp:cNvSpPr/>
      </dsp:nvSpPr>
      <dsp:spPr>
        <a:xfrm>
          <a:off x="4692705" y="1491846"/>
          <a:ext cx="6181850" cy="1188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50" tIns="125750" rIns="125750" bIns="12575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 dirty="0"/>
            <a:t>Involves datasets of examples X and corresponding output values Y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 dirty="0"/>
            <a:t>Examples (X) are typically N-dimensional vectors of features. Outputs (Y) are known as labels</a:t>
          </a:r>
          <a:endParaRPr lang="en-US" sz="1400" kern="1200" dirty="0"/>
        </a:p>
      </dsp:txBody>
      <dsp:txXfrm>
        <a:off x="4692705" y="1491846"/>
        <a:ext cx="6181850" cy="1188186"/>
      </dsp:txXfrm>
    </dsp:sp>
    <dsp:sp modelId="{BA6697F6-B141-4CD1-95EE-3070E50DB9C7}">
      <dsp:nvSpPr>
        <dsp:cNvPr id="0" name=""/>
        <dsp:cNvSpPr/>
      </dsp:nvSpPr>
      <dsp:spPr>
        <a:xfrm>
          <a:off x="-348413" y="2977080"/>
          <a:ext cx="11196121" cy="11881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97688-2EE9-491C-BCD6-02750B6E3299}">
      <dsp:nvSpPr>
        <dsp:cNvPr id="0" name=""/>
        <dsp:cNvSpPr/>
      </dsp:nvSpPr>
      <dsp:spPr>
        <a:xfrm>
          <a:off x="11012" y="3244422"/>
          <a:ext cx="653502" cy="6535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5323F-0B8F-41C4-9E64-F7B377A78A9E}">
      <dsp:nvSpPr>
        <dsp:cNvPr id="0" name=""/>
        <dsp:cNvSpPr/>
      </dsp:nvSpPr>
      <dsp:spPr>
        <a:xfrm>
          <a:off x="1023941" y="2977080"/>
          <a:ext cx="5038254" cy="1188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50" tIns="125750" rIns="125750" bIns="12575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300" kern="1200" dirty="0"/>
            <a:t>Common Machine Learning Problems:</a:t>
          </a:r>
          <a:endParaRPr lang="en-US" sz="2300" kern="1200" dirty="0"/>
        </a:p>
      </dsp:txBody>
      <dsp:txXfrm>
        <a:off x="1023941" y="2977080"/>
        <a:ext cx="5038254" cy="1188186"/>
      </dsp:txXfrm>
    </dsp:sp>
    <dsp:sp modelId="{D37EC9B1-A99E-40CB-AA92-FEBDBDB5A2A2}">
      <dsp:nvSpPr>
        <dsp:cNvPr id="0" name=""/>
        <dsp:cNvSpPr/>
      </dsp:nvSpPr>
      <dsp:spPr>
        <a:xfrm>
          <a:off x="5051728" y="2977080"/>
          <a:ext cx="5936731" cy="1188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50" tIns="125750" rIns="125750" bIns="12575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 dirty="0"/>
            <a:t>Classification: Assigning an input object to one of two or more classes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Regression: Predicting a numerical value for each input sample</a:t>
          </a:r>
          <a:endParaRPr lang="en-US" sz="1400" kern="1200"/>
        </a:p>
      </dsp:txBody>
      <dsp:txXfrm>
        <a:off x="5051728" y="2977080"/>
        <a:ext cx="5936731" cy="1188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8E735-BF28-924D-811A-4903B2E771B4}">
      <dsp:nvSpPr>
        <dsp:cNvPr id="0" name=""/>
        <dsp:cNvSpPr/>
      </dsp:nvSpPr>
      <dsp:spPr>
        <a:xfrm>
          <a:off x="0" y="10810"/>
          <a:ext cx="10924776" cy="6142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Task</a:t>
          </a:r>
          <a:endParaRPr lang="en-US" sz="2100" kern="1200"/>
        </a:p>
      </dsp:txBody>
      <dsp:txXfrm>
        <a:off x="29985" y="40795"/>
        <a:ext cx="10864806" cy="554280"/>
      </dsp:txXfrm>
    </dsp:sp>
    <dsp:sp modelId="{87E99029-2BC9-0141-AA5E-A8A85FE1B7B1}">
      <dsp:nvSpPr>
        <dsp:cNvPr id="0" name=""/>
        <dsp:cNvSpPr/>
      </dsp:nvSpPr>
      <dsp:spPr>
        <a:xfrm>
          <a:off x="0" y="625060"/>
          <a:ext cx="10924776" cy="999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86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en-US" sz="1600" kern="1200" dirty="0"/>
            <a:t>Using the code for binary classification of MNIST handwritten digits, create a multi-class classified that would be able to recognize any digit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en-US" sz="1600" kern="1200" dirty="0"/>
            <a:t>Compute the classification accuracy on the train and test dataset, and print out the confusion matrix</a:t>
          </a:r>
          <a:endParaRPr lang="en-US" sz="1600" kern="1200" dirty="0"/>
        </a:p>
      </dsp:txBody>
      <dsp:txXfrm>
        <a:off x="0" y="625060"/>
        <a:ext cx="10924776" cy="999809"/>
      </dsp:txXfrm>
    </dsp:sp>
    <dsp:sp modelId="{1145E1DE-77DA-9243-A305-780774831195}">
      <dsp:nvSpPr>
        <dsp:cNvPr id="0" name=""/>
        <dsp:cNvSpPr/>
      </dsp:nvSpPr>
      <dsp:spPr>
        <a:xfrm>
          <a:off x="0" y="1624869"/>
          <a:ext cx="10924776" cy="614250"/>
        </a:xfrm>
        <a:prstGeom prst="roundRect">
          <a:avLst/>
        </a:prstGeom>
        <a:solidFill>
          <a:schemeClr val="accent5">
            <a:hueOff val="1500082"/>
            <a:satOff val="12067"/>
            <a:lumOff val="-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Hints</a:t>
          </a:r>
          <a:endParaRPr lang="en-US" sz="2100" kern="1200"/>
        </a:p>
      </dsp:txBody>
      <dsp:txXfrm>
        <a:off x="29985" y="1654854"/>
        <a:ext cx="10864806" cy="554280"/>
      </dsp:txXfrm>
    </dsp:sp>
    <dsp:sp modelId="{DA45186E-705B-7544-BE08-9038615367B3}">
      <dsp:nvSpPr>
        <dsp:cNvPr id="0" name=""/>
        <dsp:cNvSpPr/>
      </dsp:nvSpPr>
      <dsp:spPr>
        <a:xfrm>
          <a:off x="0" y="2239120"/>
          <a:ext cx="10924776" cy="2043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86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en-US" sz="1600" kern="1200"/>
            <a:t>For each digit, create a dataset for binary classifier of "this digit vs. all other digits"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en-US" sz="1600" kern="1200"/>
            <a:t>Train 10 different perceptrons for binary classification (one for each digit)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en-US" sz="1600" kern="1200"/>
            <a:t>Define a function that will classify an input digit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en-US" sz="1600" kern="1200" dirty="0"/>
            <a:t>If we combine weights of all 10 </a:t>
          </a:r>
          <a:r>
            <a:rPr kumimoji="1" lang="en-US" sz="1600" kern="1200" dirty="0" err="1"/>
            <a:t>perceptrons</a:t>
          </a:r>
          <a:r>
            <a:rPr kumimoji="1" lang="en-US" sz="1600" kern="1200" dirty="0"/>
            <a:t> into one matrix, we should be able to apply all 10 </a:t>
          </a:r>
          <a:r>
            <a:rPr kumimoji="1" lang="en-US" sz="1600" kern="1200" dirty="0" err="1"/>
            <a:t>perceptrons</a:t>
          </a:r>
          <a:r>
            <a:rPr kumimoji="1" lang="en-US" sz="1600" kern="1200" dirty="0"/>
            <a:t> to the input digits by one matrix multiplication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en-US" sz="1600" kern="1200"/>
            <a:t>Most probable digit can then be found just by applying argmax operation on the output</a:t>
          </a:r>
          <a:endParaRPr lang="en-US" sz="1600" kern="1200"/>
        </a:p>
      </dsp:txBody>
      <dsp:txXfrm>
        <a:off x="0" y="2239120"/>
        <a:ext cx="10924776" cy="20430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09E02A-7200-4553-9485-9FD5D2EDA2BB}">
      <dsp:nvSpPr>
        <dsp:cNvPr id="0" name=""/>
        <dsp:cNvSpPr/>
      </dsp:nvSpPr>
      <dsp:spPr>
        <a:xfrm>
          <a:off x="726927" y="89786"/>
          <a:ext cx="1510523" cy="14411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DEB9F-0B5D-4522-A092-3CB23EA3F3BC}">
      <dsp:nvSpPr>
        <dsp:cNvPr id="0" name=""/>
        <dsp:cNvSpPr/>
      </dsp:nvSpPr>
      <dsp:spPr>
        <a:xfrm>
          <a:off x="726927" y="1691342"/>
          <a:ext cx="4315781" cy="617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1" lang="en-US" sz="1700" kern="1200"/>
            <a:t>One-layered perceptron:</a:t>
          </a:r>
          <a:endParaRPr lang="en-US" sz="1700" kern="1200"/>
        </a:p>
      </dsp:txBody>
      <dsp:txXfrm>
        <a:off x="726927" y="1691342"/>
        <a:ext cx="4315781" cy="617635"/>
      </dsp:txXfrm>
    </dsp:sp>
    <dsp:sp modelId="{D9585A0A-27B6-4697-828D-AB2229C7AB19}">
      <dsp:nvSpPr>
        <dsp:cNvPr id="0" name=""/>
        <dsp:cNvSpPr/>
      </dsp:nvSpPr>
      <dsp:spPr>
        <a:xfrm>
          <a:off x="726927" y="2383586"/>
          <a:ext cx="4315781" cy="1436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600" kern="1200" dirty="0"/>
            <a:t>the simplest neural network model</a:t>
          </a:r>
          <a:endParaRPr lang="en-US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600" kern="1200"/>
            <a:t>a linear two-class classification model</a:t>
          </a:r>
          <a:endParaRPr lang="en-US" sz="1600" kern="1200"/>
        </a:p>
      </dsp:txBody>
      <dsp:txXfrm>
        <a:off x="726927" y="2383586"/>
        <a:ext cx="4315781" cy="1436590"/>
      </dsp:txXfrm>
    </dsp:sp>
    <dsp:sp modelId="{75D53BF4-E326-4C4D-A5BE-7C22FED75FDC}">
      <dsp:nvSpPr>
        <dsp:cNvPr id="0" name=""/>
        <dsp:cNvSpPr/>
      </dsp:nvSpPr>
      <dsp:spPr>
        <a:xfrm>
          <a:off x="5797970" y="89786"/>
          <a:ext cx="1510523" cy="14411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EA38E-D978-46CA-8C78-6D7BEA2EE5D7}">
      <dsp:nvSpPr>
        <dsp:cNvPr id="0" name=""/>
        <dsp:cNvSpPr/>
      </dsp:nvSpPr>
      <dsp:spPr>
        <a:xfrm>
          <a:off x="5797970" y="1691342"/>
          <a:ext cx="4315781" cy="617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1" lang="en-US" sz="1700" kern="1200" dirty="0"/>
            <a:t>We will extend this model into a more flexible framework, allowing us to:</a:t>
          </a:r>
          <a:endParaRPr lang="en-US" sz="1700" kern="1200" dirty="0"/>
        </a:p>
      </dsp:txBody>
      <dsp:txXfrm>
        <a:off x="5797970" y="1691342"/>
        <a:ext cx="4315781" cy="617635"/>
      </dsp:txXfrm>
    </dsp:sp>
    <dsp:sp modelId="{3DD86831-30C5-4FF8-B22A-43DE5E71885F}">
      <dsp:nvSpPr>
        <dsp:cNvPr id="0" name=""/>
        <dsp:cNvSpPr/>
      </dsp:nvSpPr>
      <dsp:spPr>
        <a:xfrm>
          <a:off x="5797970" y="2383586"/>
          <a:ext cx="4315781" cy="1436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600" kern="1200" dirty="0"/>
            <a:t>perform multi-class classification in addition to two-class</a:t>
          </a:r>
          <a:endParaRPr lang="en-US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600" kern="1200" dirty="0"/>
            <a:t>solve regression problems in addition to classification</a:t>
          </a:r>
          <a:endParaRPr lang="en-US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600" kern="1200"/>
            <a:t>separate classes that are not linearly separable</a:t>
          </a:r>
          <a:endParaRPr lang="en-US" sz="1600" kern="1200"/>
        </a:p>
      </dsp:txBody>
      <dsp:txXfrm>
        <a:off x="5797970" y="2383586"/>
        <a:ext cx="4315781" cy="14365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84E0D9-5CBE-4593-B583-323E4CA159F4}">
      <dsp:nvSpPr>
        <dsp:cNvPr id="0" name=""/>
        <dsp:cNvSpPr/>
      </dsp:nvSpPr>
      <dsp:spPr>
        <a:xfrm>
          <a:off x="0" y="3310"/>
          <a:ext cx="11432287" cy="15483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103A62-FAB3-4877-A1F6-442B011DC9FD}">
      <dsp:nvSpPr>
        <dsp:cNvPr id="0" name=""/>
        <dsp:cNvSpPr/>
      </dsp:nvSpPr>
      <dsp:spPr>
        <a:xfrm>
          <a:off x="468363" y="351680"/>
          <a:ext cx="851569" cy="8515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19F8CB-571F-4E5B-81E7-705271FE6780}">
      <dsp:nvSpPr>
        <dsp:cNvPr id="0" name=""/>
        <dsp:cNvSpPr/>
      </dsp:nvSpPr>
      <dsp:spPr>
        <a:xfrm>
          <a:off x="1788295" y="3310"/>
          <a:ext cx="5144529" cy="1548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63" tIns="163863" rIns="163863" bIns="1638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For one-level perceptron, function </a:t>
          </a:r>
          <a:r>
            <a:rPr lang="en-US" sz="1600" b="0" i="1" kern="1200"/>
            <a:t>f</a:t>
          </a:r>
          <a:r>
            <a:rPr lang="en-US" sz="1600" b="0" i="0" kern="1200"/>
            <a:t> was defined as a linear function </a:t>
          </a:r>
          <a:r>
            <a:rPr lang="en-US" sz="1600" b="0" i="1" kern="1200"/>
            <a:t>f(x)=wx+b</a:t>
          </a:r>
          <a:r>
            <a:rPr lang="en-US" sz="1600" b="0" i="0" kern="1200"/>
            <a:t> (here </a:t>
          </a:r>
          <a:r>
            <a:rPr lang="en-US" sz="1600" b="0" i="1" kern="1200"/>
            <a:t>w</a:t>
          </a:r>
          <a:r>
            <a:rPr lang="en-US" sz="1600" b="0" i="0" kern="1200"/>
            <a:t> is the weight matrix, </a:t>
          </a:r>
          <a:r>
            <a:rPr lang="en-US" sz="1600" b="0" i="1" kern="1200"/>
            <a:t>x</a:t>
          </a:r>
          <a:r>
            <a:rPr lang="en-US" sz="1600" b="0" i="0" kern="1200"/>
            <a:t> is the vector of input features, and </a:t>
          </a:r>
          <a:r>
            <a:rPr lang="en-US" sz="1600" b="0" i="1" kern="1200"/>
            <a:t>b</a:t>
          </a:r>
          <a:r>
            <a:rPr lang="en-US" sz="1600" b="0" i="0" kern="1200"/>
            <a:t> is bias vector)</a:t>
          </a:r>
          <a:endParaRPr lang="en-US" sz="1600" kern="1200"/>
        </a:p>
      </dsp:txBody>
      <dsp:txXfrm>
        <a:off x="1788295" y="3310"/>
        <a:ext cx="5144529" cy="1548307"/>
      </dsp:txXfrm>
    </dsp:sp>
    <dsp:sp modelId="{F3624794-E2D3-4334-981B-0D76907442E3}">
      <dsp:nvSpPr>
        <dsp:cNvPr id="0" name=""/>
        <dsp:cNvSpPr/>
      </dsp:nvSpPr>
      <dsp:spPr>
        <a:xfrm>
          <a:off x="6932824" y="3310"/>
          <a:ext cx="4497714" cy="1548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63" tIns="163863" rIns="163863" bIns="163863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For different neural network architectures, this function can take more complex form</a:t>
          </a:r>
          <a:endParaRPr lang="en-US" sz="1200" kern="1200"/>
        </a:p>
      </dsp:txBody>
      <dsp:txXfrm>
        <a:off x="6932824" y="3310"/>
        <a:ext cx="4497714" cy="1548307"/>
      </dsp:txXfrm>
    </dsp:sp>
    <dsp:sp modelId="{D2A65F43-C996-414E-8845-D3D3B37D8624}">
      <dsp:nvSpPr>
        <dsp:cNvPr id="0" name=""/>
        <dsp:cNvSpPr/>
      </dsp:nvSpPr>
      <dsp:spPr>
        <a:xfrm>
          <a:off x="0" y="1938695"/>
          <a:ext cx="11432287" cy="15483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FCE1F8-76B3-4228-A635-AA4F1846A5F0}">
      <dsp:nvSpPr>
        <dsp:cNvPr id="0" name=""/>
        <dsp:cNvSpPr/>
      </dsp:nvSpPr>
      <dsp:spPr>
        <a:xfrm>
          <a:off x="468363" y="2287064"/>
          <a:ext cx="851569" cy="8515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8CBC6-DBBE-4CCA-B759-58D17893382C}">
      <dsp:nvSpPr>
        <dsp:cNvPr id="0" name=""/>
        <dsp:cNvSpPr/>
      </dsp:nvSpPr>
      <dsp:spPr>
        <a:xfrm>
          <a:off x="1788295" y="1938695"/>
          <a:ext cx="5144529" cy="1548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63" tIns="163863" rIns="163863" bIns="1638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 the case of classification, it is often desirable to get probabilities of corresponding classes as network output</a:t>
          </a:r>
        </a:p>
      </dsp:txBody>
      <dsp:txXfrm>
        <a:off x="1788295" y="1938695"/>
        <a:ext cx="5144529" cy="1548307"/>
      </dsp:txXfrm>
    </dsp:sp>
    <dsp:sp modelId="{C0C752AC-098D-404B-8685-ACBECBE42046}">
      <dsp:nvSpPr>
        <dsp:cNvPr id="0" name=""/>
        <dsp:cNvSpPr/>
      </dsp:nvSpPr>
      <dsp:spPr>
        <a:xfrm>
          <a:off x="6932824" y="1938695"/>
          <a:ext cx="4497714" cy="1548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63" tIns="163863" rIns="163863" bIns="163863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 convert arbitrary numbers to probabilities (e.g., to normalize the output), we often use </a:t>
          </a:r>
          <a:r>
            <a:rPr lang="en-US" sz="1200" b="1" kern="1200"/>
            <a:t>softmax</a:t>
          </a:r>
          <a:r>
            <a:rPr lang="en-US" sz="1200" kern="1200"/>
            <a:t> function </a:t>
          </a:r>
          <a:r>
            <a:rPr lang="el-GR" sz="1200" kern="1200"/>
            <a:t>σ, </a:t>
          </a:r>
          <a:r>
            <a:rPr lang="en-US" sz="1200" kern="1200"/>
            <a:t>and the function </a:t>
          </a:r>
          <a:r>
            <a:rPr lang="en-US" sz="1200" i="1" kern="1200"/>
            <a:t>f</a:t>
          </a:r>
          <a:r>
            <a:rPr lang="en-US" sz="1200" kern="1200"/>
            <a:t> becomes </a:t>
          </a:r>
          <a:r>
            <a:rPr lang="en-US" sz="1200" i="1" kern="1200"/>
            <a:t>f(x)=</a:t>
          </a:r>
          <a:r>
            <a:rPr lang="el-GR" sz="1200" i="1" kern="1200"/>
            <a:t>σ(</a:t>
          </a:r>
          <a:r>
            <a:rPr lang="en-US" sz="1200" i="1" kern="1200"/>
            <a:t>wx+b)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In the definition of </a:t>
          </a:r>
          <a:r>
            <a:rPr lang="en-US" sz="1200" b="0" i="1" kern="1200"/>
            <a:t>f</a:t>
          </a:r>
          <a:r>
            <a:rPr lang="en-US" sz="1200" b="0" i="0" kern="1200"/>
            <a:t> above, </a:t>
          </a:r>
          <a:r>
            <a:rPr lang="en-US" sz="1200" b="0" i="1" kern="1200"/>
            <a:t>w</a:t>
          </a:r>
          <a:r>
            <a:rPr lang="en-US" sz="1200" b="0" i="0" kern="1200"/>
            <a:t> and </a:t>
          </a:r>
          <a:r>
            <a:rPr lang="en-US" sz="1200" b="0" i="1" kern="1200"/>
            <a:t>b</a:t>
          </a:r>
          <a:r>
            <a:rPr lang="en-US" sz="1200" b="0" i="0" kern="1200"/>
            <a:t> are called </a:t>
          </a:r>
          <a:r>
            <a:rPr lang="en-US" sz="1200" b="1" i="0" kern="1200"/>
            <a:t>parameters</a:t>
          </a:r>
          <a:r>
            <a:rPr lang="en-US" sz="1200" b="0" i="0" kern="1200"/>
            <a:t> </a:t>
          </a:r>
          <a:r>
            <a:rPr lang="el-GR" sz="1200" b="0" i="0" kern="1200"/>
            <a:t>θ=⟨</a:t>
          </a:r>
          <a:r>
            <a:rPr lang="en-US" sz="1200" b="0" i="1" kern="1200"/>
            <a:t>w,b</a:t>
          </a:r>
          <a:r>
            <a:rPr lang="en-US" sz="1200" b="0" i="0" kern="1200"/>
            <a:t>⟩. Given the dataset ⟨</a:t>
          </a:r>
          <a:r>
            <a:rPr lang="en-US" sz="1200" b="1" i="0" kern="1200"/>
            <a:t>X</a:t>
          </a:r>
          <a:r>
            <a:rPr lang="en-US" sz="1200" b="0" i="0" kern="1200"/>
            <a:t>,</a:t>
          </a:r>
          <a:r>
            <a:rPr lang="en-US" sz="1200" b="1" i="0" kern="1200"/>
            <a:t>Y</a:t>
          </a:r>
          <a:r>
            <a:rPr lang="en-US" sz="1200" b="0" i="0" kern="1200"/>
            <a:t>⟩, we can compute an overall error on the whole dataset as a function of parameters </a:t>
          </a:r>
          <a:r>
            <a:rPr lang="el-GR" sz="1200" b="0" i="0" kern="1200"/>
            <a:t>θ</a:t>
          </a:r>
          <a:endParaRPr lang="en-US" sz="1200" kern="1200"/>
        </a:p>
      </dsp:txBody>
      <dsp:txXfrm>
        <a:off x="6932824" y="1938695"/>
        <a:ext cx="4497714" cy="1548307"/>
      </dsp:txXfrm>
    </dsp:sp>
    <dsp:sp modelId="{A74DB7DB-B095-4CC9-B8E0-51B1677C2568}">
      <dsp:nvSpPr>
        <dsp:cNvPr id="0" name=""/>
        <dsp:cNvSpPr/>
      </dsp:nvSpPr>
      <dsp:spPr>
        <a:xfrm>
          <a:off x="0" y="3874080"/>
          <a:ext cx="11432287" cy="15483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48B485-D97D-4C75-88F9-C35FA5991C2D}">
      <dsp:nvSpPr>
        <dsp:cNvPr id="0" name=""/>
        <dsp:cNvSpPr/>
      </dsp:nvSpPr>
      <dsp:spPr>
        <a:xfrm>
          <a:off x="468363" y="4222449"/>
          <a:ext cx="851569" cy="8515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1729F-FDE6-4266-81B0-FF8EE33753E1}">
      <dsp:nvSpPr>
        <dsp:cNvPr id="0" name=""/>
        <dsp:cNvSpPr/>
      </dsp:nvSpPr>
      <dsp:spPr>
        <a:xfrm>
          <a:off x="1788295" y="3874080"/>
          <a:ext cx="9642243" cy="1548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63" tIns="163863" rIns="163863" bIns="1638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The goal of neural network training is to minimize the error by varying parameters </a:t>
          </a:r>
          <a:r>
            <a:rPr lang="el-GR" sz="1600" b="1" kern="1200"/>
            <a:t>θ</a:t>
          </a:r>
          <a:endParaRPr lang="en-US" sz="1600" kern="1200"/>
        </a:p>
      </dsp:txBody>
      <dsp:txXfrm>
        <a:off x="1788295" y="3874080"/>
        <a:ext cx="9642243" cy="15483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419D1-A595-E045-BC03-0A7EBD5C1341}">
      <dsp:nvSpPr>
        <dsp:cNvPr id="0" name=""/>
        <dsp:cNvSpPr/>
      </dsp:nvSpPr>
      <dsp:spPr>
        <a:xfrm>
          <a:off x="3226" y="157460"/>
          <a:ext cx="3145928" cy="753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700" kern="1200"/>
            <a:t>Optimization Steps in Training</a:t>
          </a:r>
          <a:endParaRPr lang="en-US" sz="1700" kern="1200"/>
        </a:p>
      </dsp:txBody>
      <dsp:txXfrm>
        <a:off x="3226" y="157460"/>
        <a:ext cx="3145928" cy="753865"/>
      </dsp:txXfrm>
    </dsp:sp>
    <dsp:sp modelId="{8E6F97C1-56EB-9348-83E3-3885D46D5002}">
      <dsp:nvSpPr>
        <dsp:cNvPr id="0" name=""/>
        <dsp:cNvSpPr/>
      </dsp:nvSpPr>
      <dsp:spPr>
        <a:xfrm>
          <a:off x="3226" y="911325"/>
          <a:ext cx="3145928" cy="27315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Typically, optimization involves considering the entire dataset to calculate steps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Loss is computed as a sum across all training samples</a:t>
          </a:r>
          <a:endParaRPr lang="en-US" sz="1700" kern="1200"/>
        </a:p>
      </dsp:txBody>
      <dsp:txXfrm>
        <a:off x="3226" y="911325"/>
        <a:ext cx="3145928" cy="2731543"/>
      </dsp:txXfrm>
    </dsp:sp>
    <dsp:sp modelId="{DDA1B916-ACE2-D64B-BAA7-902CC7AEE9CC}">
      <dsp:nvSpPr>
        <dsp:cNvPr id="0" name=""/>
        <dsp:cNvSpPr/>
      </dsp:nvSpPr>
      <dsp:spPr>
        <a:xfrm>
          <a:off x="3589585" y="157460"/>
          <a:ext cx="3145928" cy="753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700" kern="1200"/>
            <a:t>Practical Approach: Minibatches</a:t>
          </a:r>
          <a:endParaRPr lang="en-US" sz="1700" kern="1200"/>
        </a:p>
      </dsp:txBody>
      <dsp:txXfrm>
        <a:off x="3589585" y="157460"/>
        <a:ext cx="3145928" cy="753865"/>
      </dsp:txXfrm>
    </dsp:sp>
    <dsp:sp modelId="{D91E7D02-D4E8-5D47-8DAA-EDBE9BDC5F35}">
      <dsp:nvSpPr>
        <dsp:cNvPr id="0" name=""/>
        <dsp:cNvSpPr/>
      </dsp:nvSpPr>
      <dsp:spPr>
        <a:xfrm>
          <a:off x="3589585" y="911325"/>
          <a:ext cx="3145928" cy="27315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In practice, we use small portions of the dataset, known as minibatches, for calculation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Gradients are calculated based on these subsets of data</a:t>
          </a:r>
          <a:endParaRPr lang="en-US" sz="1700" kern="1200"/>
        </a:p>
      </dsp:txBody>
      <dsp:txXfrm>
        <a:off x="3589585" y="911325"/>
        <a:ext cx="3145928" cy="2731543"/>
      </dsp:txXfrm>
    </dsp:sp>
    <dsp:sp modelId="{CAC7265E-2399-EF4A-BA4B-F9BDE1699D88}">
      <dsp:nvSpPr>
        <dsp:cNvPr id="0" name=""/>
        <dsp:cNvSpPr/>
      </dsp:nvSpPr>
      <dsp:spPr>
        <a:xfrm>
          <a:off x="7175944" y="157460"/>
          <a:ext cx="3145928" cy="753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700" kern="1200"/>
            <a:t>Stochastic Gradient Descent (SGD)</a:t>
          </a:r>
          <a:endParaRPr lang="en-US" sz="1700" kern="1200"/>
        </a:p>
      </dsp:txBody>
      <dsp:txXfrm>
        <a:off x="7175944" y="157460"/>
        <a:ext cx="3145928" cy="753865"/>
      </dsp:txXfrm>
    </dsp:sp>
    <dsp:sp modelId="{AF6D5858-CCD3-F046-989B-132C44DFC7CF}">
      <dsp:nvSpPr>
        <dsp:cNvPr id="0" name=""/>
        <dsp:cNvSpPr/>
      </dsp:nvSpPr>
      <dsp:spPr>
        <a:xfrm>
          <a:off x="7175944" y="911325"/>
          <a:ext cx="3145928" cy="27315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The method of using randomly selected subsets for gradient calculation is termed Stochastic Gradient Descent (SGD)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The randomness in minibatch selection is a key feature of SGD</a:t>
          </a:r>
          <a:endParaRPr lang="en-US" sz="1700" kern="1200"/>
        </a:p>
      </dsp:txBody>
      <dsp:txXfrm>
        <a:off x="7175944" y="911325"/>
        <a:ext cx="3145928" cy="27315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B9D637-2129-4B4F-A6F7-04EFF5597685}">
      <dsp:nvSpPr>
        <dsp:cNvPr id="0" name=""/>
        <dsp:cNvSpPr/>
      </dsp:nvSpPr>
      <dsp:spPr>
        <a:xfrm>
          <a:off x="0" y="627903"/>
          <a:ext cx="11313153" cy="11522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59BE7-29F4-46D9-8579-BD0A48CFFFE2}">
      <dsp:nvSpPr>
        <dsp:cNvPr id="0" name=""/>
        <dsp:cNvSpPr/>
      </dsp:nvSpPr>
      <dsp:spPr>
        <a:xfrm>
          <a:off x="348562" y="887164"/>
          <a:ext cx="633749" cy="6337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88E29-22D7-4C70-A11C-7BE0392B35F7}">
      <dsp:nvSpPr>
        <dsp:cNvPr id="0" name=""/>
        <dsp:cNvSpPr/>
      </dsp:nvSpPr>
      <dsp:spPr>
        <a:xfrm>
          <a:off x="1330874" y="627903"/>
          <a:ext cx="5090918" cy="115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49" tIns="121949" rIns="121949" bIns="12194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One-layer network is capable of classifying linearly separable classes</a:t>
          </a:r>
          <a:endParaRPr lang="en-US" sz="2100" kern="1200"/>
        </a:p>
      </dsp:txBody>
      <dsp:txXfrm>
        <a:off x="1330874" y="627903"/>
        <a:ext cx="5090918" cy="1152271"/>
      </dsp:txXfrm>
    </dsp:sp>
    <dsp:sp modelId="{70F63C5A-1CC8-45DC-A833-31DD938FB883}">
      <dsp:nvSpPr>
        <dsp:cNvPr id="0" name=""/>
        <dsp:cNvSpPr/>
      </dsp:nvSpPr>
      <dsp:spPr>
        <a:xfrm>
          <a:off x="6421792" y="207462"/>
          <a:ext cx="4890059" cy="1993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49" tIns="121949" rIns="121949" bIns="12194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To build a richer model, we can combine several layers of the network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Mathematically it would mean that the function </a:t>
          </a:r>
          <a:r>
            <a:rPr lang="en-US" sz="1400" b="0" i="1" kern="1200" dirty="0"/>
            <a:t>f</a:t>
          </a:r>
          <a:r>
            <a:rPr lang="en-US" sz="1400" b="0" i="0" kern="1200" dirty="0"/>
            <a:t> would have a more complex form, and will be computed in several steps: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z</a:t>
          </a:r>
          <a:r>
            <a:rPr lang="en-US" sz="1400" b="0" i="0" kern="1200" baseline="-25000"/>
            <a:t>1</a:t>
          </a:r>
          <a:r>
            <a:rPr lang="en-US" sz="1400" b="0" i="0" kern="1200"/>
            <a:t>=w</a:t>
          </a:r>
          <a:r>
            <a:rPr lang="en-US" sz="1400" b="0" i="0" kern="1200" baseline="-25000"/>
            <a:t>1</a:t>
          </a:r>
          <a:r>
            <a:rPr lang="en-US" sz="1400" b="0" i="0" kern="1200"/>
            <a:t>x+b</a:t>
          </a:r>
          <a:r>
            <a:rPr lang="en-US" sz="1400" b="0" i="0" kern="1200" baseline="-25000"/>
            <a:t>1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z</a:t>
          </a:r>
          <a:r>
            <a:rPr lang="en-US" sz="1400" b="0" i="0" kern="1200" baseline="-25000"/>
            <a:t>2</a:t>
          </a:r>
          <a:r>
            <a:rPr lang="en-US" sz="1400" b="0" i="0" kern="1200"/>
            <a:t>=w</a:t>
          </a:r>
          <a:r>
            <a:rPr lang="en-US" sz="1400" b="0" i="0" kern="1200" baseline="-25000"/>
            <a:t>2</a:t>
          </a:r>
          <a:r>
            <a:rPr lang="el-GR" sz="1400" b="0" i="0" kern="1200"/>
            <a:t>α(</a:t>
          </a:r>
          <a:r>
            <a:rPr lang="en-US" sz="1400" b="0" i="0" kern="1200"/>
            <a:t>z</a:t>
          </a:r>
          <a:r>
            <a:rPr lang="en-US" sz="1400" b="0" i="0" kern="1200" baseline="-25000"/>
            <a:t>1</a:t>
          </a:r>
          <a:r>
            <a:rPr lang="en-US" sz="1400" b="0" i="0" kern="1200"/>
            <a:t>)+b</a:t>
          </a:r>
          <a:r>
            <a:rPr lang="en-US" sz="1400" b="0" i="0" kern="1200" baseline="-25000"/>
            <a:t>2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f = </a:t>
          </a:r>
          <a:r>
            <a:rPr lang="el-GR" sz="1400" b="0" i="0" kern="1200"/>
            <a:t>σ(</a:t>
          </a:r>
          <a:r>
            <a:rPr lang="en-US" sz="1400" b="0" i="0" kern="1200"/>
            <a:t>z</a:t>
          </a:r>
          <a:r>
            <a:rPr lang="en-US" sz="1400" b="0" i="0" kern="1200" baseline="-25000"/>
            <a:t>2</a:t>
          </a:r>
          <a:r>
            <a:rPr lang="en-US" sz="1400" b="0" i="0" kern="1200"/>
            <a:t>)</a:t>
          </a:r>
          <a:endParaRPr lang="en-US" sz="1400" kern="1200"/>
        </a:p>
      </dsp:txBody>
      <dsp:txXfrm>
        <a:off x="6421792" y="207462"/>
        <a:ext cx="4890059" cy="1993153"/>
      </dsp:txXfrm>
    </dsp:sp>
    <dsp:sp modelId="{E0804CD4-B94F-46B0-8384-61DC5C0FA58B}">
      <dsp:nvSpPr>
        <dsp:cNvPr id="0" name=""/>
        <dsp:cNvSpPr/>
      </dsp:nvSpPr>
      <dsp:spPr>
        <a:xfrm>
          <a:off x="0" y="2488684"/>
          <a:ext cx="11313153" cy="11522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24D655-B87C-4B49-BB20-D2373D9231DA}">
      <dsp:nvSpPr>
        <dsp:cNvPr id="0" name=""/>
        <dsp:cNvSpPr/>
      </dsp:nvSpPr>
      <dsp:spPr>
        <a:xfrm>
          <a:off x="348562" y="2747945"/>
          <a:ext cx="633749" cy="6337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4D402-DE03-4E19-AD1E-E68DFAC36A4A}">
      <dsp:nvSpPr>
        <dsp:cNvPr id="0" name=""/>
        <dsp:cNvSpPr/>
      </dsp:nvSpPr>
      <dsp:spPr>
        <a:xfrm>
          <a:off x="1330874" y="2488684"/>
          <a:ext cx="5090918" cy="115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49" tIns="121949" rIns="121949" bIns="12194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100" b="0" i="0" kern="1200" dirty="0"/>
            <a:t>α </a:t>
          </a:r>
          <a:r>
            <a:rPr lang="en-US" sz="2100" b="0" i="0" kern="1200" dirty="0"/>
            <a:t>is a </a:t>
          </a:r>
          <a:r>
            <a:rPr lang="en-US" sz="2100" b="1" i="0" kern="1200" dirty="0"/>
            <a:t>non-linear activation function</a:t>
          </a:r>
          <a:r>
            <a:rPr lang="en-US" sz="2100" b="0" i="0" kern="1200" dirty="0"/>
            <a:t>, </a:t>
          </a:r>
          <a:r>
            <a:rPr lang="el-GR" sz="2100" b="0" i="0" kern="1200" dirty="0"/>
            <a:t>σ </a:t>
          </a:r>
          <a:r>
            <a:rPr lang="en-US" sz="2100" b="0" i="0" kern="1200" dirty="0"/>
            <a:t>is a </a:t>
          </a:r>
          <a:r>
            <a:rPr lang="en-US" sz="2100" b="0" i="0" kern="1200" dirty="0" err="1"/>
            <a:t>softmax</a:t>
          </a:r>
          <a:r>
            <a:rPr lang="en-US" sz="2100" b="0" i="0" kern="1200" dirty="0"/>
            <a:t> function, and parameters</a:t>
          </a:r>
          <a:endParaRPr lang="en-US" sz="2100" kern="1200" dirty="0"/>
        </a:p>
      </dsp:txBody>
      <dsp:txXfrm>
        <a:off x="1330874" y="2488684"/>
        <a:ext cx="5090918" cy="1152271"/>
      </dsp:txXfrm>
    </dsp:sp>
    <dsp:sp modelId="{B2545863-E164-41D1-AC4B-55EDE11A540C}">
      <dsp:nvSpPr>
        <dsp:cNvPr id="0" name=""/>
        <dsp:cNvSpPr/>
      </dsp:nvSpPr>
      <dsp:spPr>
        <a:xfrm>
          <a:off x="6421792" y="2488684"/>
          <a:ext cx="4890059" cy="115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49" tIns="121949" rIns="121949" bIns="12194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700" b="0" i="0" kern="1200"/>
            <a:t>θ=&lt;</a:t>
          </a:r>
          <a:r>
            <a:rPr lang="en-US" sz="1700" b="0" i="1" kern="1200"/>
            <a:t>w</a:t>
          </a:r>
          <a:r>
            <a:rPr lang="en-US" sz="1700" b="0" i="1" kern="1200" baseline="-25000"/>
            <a:t>1</a:t>
          </a:r>
          <a:r>
            <a:rPr lang="en-US" sz="1700" b="0" i="1" kern="1200"/>
            <a:t>,b</a:t>
          </a:r>
          <a:r>
            <a:rPr lang="en-US" sz="1700" b="0" i="1" kern="1200" baseline="-25000"/>
            <a:t>1</a:t>
          </a:r>
          <a:r>
            <a:rPr lang="en-US" sz="1700" b="0" i="1" kern="1200"/>
            <a:t>,w</a:t>
          </a:r>
          <a:r>
            <a:rPr lang="en-US" sz="1700" b="0" i="1" kern="1200" baseline="-25000"/>
            <a:t>2</a:t>
          </a:r>
          <a:r>
            <a:rPr lang="en-US" sz="1700" b="0" i="1" kern="1200"/>
            <a:t>,b</a:t>
          </a:r>
          <a:r>
            <a:rPr lang="en-US" sz="1700" b="0" i="1" kern="1200" baseline="-25000"/>
            <a:t>2</a:t>
          </a:r>
          <a:r>
            <a:rPr lang="en-US" sz="1700" b="0" i="0" kern="1200"/>
            <a:t>&gt;.</a:t>
          </a:r>
          <a:endParaRPr lang="en-US" sz="1700" kern="1200"/>
        </a:p>
      </dsp:txBody>
      <dsp:txXfrm>
        <a:off x="6421792" y="2488684"/>
        <a:ext cx="4890059" cy="115227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8E02D-EDA5-43FB-AFFB-EB895C382868}">
      <dsp:nvSpPr>
        <dsp:cNvPr id="0" name=""/>
        <dsp:cNvSpPr/>
      </dsp:nvSpPr>
      <dsp:spPr>
        <a:xfrm>
          <a:off x="0" y="729"/>
          <a:ext cx="6879517" cy="17062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8D7AE0-FB50-4EFE-B4B2-A0B15A28A154}">
      <dsp:nvSpPr>
        <dsp:cNvPr id="0" name=""/>
        <dsp:cNvSpPr/>
      </dsp:nvSpPr>
      <dsp:spPr>
        <a:xfrm>
          <a:off x="516131" y="384628"/>
          <a:ext cx="938421" cy="938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52E9A-3ECF-42A5-AFCF-0B11C0155215}">
      <dsp:nvSpPr>
        <dsp:cNvPr id="0" name=""/>
        <dsp:cNvSpPr/>
      </dsp:nvSpPr>
      <dsp:spPr>
        <a:xfrm>
          <a:off x="1970684" y="729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While libraries like NumPy can handle basic numerical operations, computing gradients requires additional mechanisms</a:t>
          </a:r>
          <a:endParaRPr lang="en-US" sz="1800" kern="1200"/>
        </a:p>
      </dsp:txBody>
      <dsp:txXfrm>
        <a:off x="1970684" y="729"/>
        <a:ext cx="4908832" cy="1706220"/>
      </dsp:txXfrm>
    </dsp:sp>
    <dsp:sp modelId="{F5DD945A-49A9-481F-B5B1-FD8EE2BAA61C}">
      <dsp:nvSpPr>
        <dsp:cNvPr id="0" name=""/>
        <dsp:cNvSpPr/>
      </dsp:nvSpPr>
      <dsp:spPr>
        <a:xfrm>
          <a:off x="0" y="2133504"/>
          <a:ext cx="6879517" cy="170622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2A303-97B5-4C0E-B79D-4FE380232F53}">
      <dsp:nvSpPr>
        <dsp:cNvPr id="0" name=""/>
        <dsp:cNvSpPr/>
      </dsp:nvSpPr>
      <dsp:spPr>
        <a:xfrm>
          <a:off x="516131" y="2517404"/>
          <a:ext cx="938421" cy="938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EB4C3-D1AD-4056-A12E-2B21DDAC9D30}">
      <dsp:nvSpPr>
        <dsp:cNvPr id="0" name=""/>
        <dsp:cNvSpPr/>
      </dsp:nvSpPr>
      <dsp:spPr>
        <a:xfrm>
          <a:off x="1970684" y="2133504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Initially, derivatives for backpropagation must be manually coded within the framework's backward method</a:t>
          </a:r>
          <a:endParaRPr lang="en-US" sz="1800" kern="1200"/>
        </a:p>
      </dsp:txBody>
      <dsp:txXfrm>
        <a:off x="1970684" y="2133504"/>
        <a:ext cx="4908832" cy="1706220"/>
      </dsp:txXfrm>
    </dsp:sp>
    <dsp:sp modelId="{DC64D1EB-808B-4EAE-BFEE-7BB71C1C8A8B}">
      <dsp:nvSpPr>
        <dsp:cNvPr id="0" name=""/>
        <dsp:cNvSpPr/>
      </dsp:nvSpPr>
      <dsp:spPr>
        <a:xfrm>
          <a:off x="0" y="4266280"/>
          <a:ext cx="6879517" cy="17062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4DAA14-D026-4339-B2BE-BF229EC3F386}">
      <dsp:nvSpPr>
        <dsp:cNvPr id="0" name=""/>
        <dsp:cNvSpPr/>
      </dsp:nvSpPr>
      <dsp:spPr>
        <a:xfrm>
          <a:off x="516131" y="4650179"/>
          <a:ext cx="938421" cy="938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03F6C-D2A6-4451-9ABD-CBACAB036631}">
      <dsp:nvSpPr>
        <dsp:cNvPr id="0" name=""/>
        <dsp:cNvSpPr/>
      </dsp:nvSpPr>
      <dsp:spPr>
        <a:xfrm>
          <a:off x="1970684" y="4266280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An ideal framework would automate gradient computation, allowing for gradients of any defined expression to be calculated efficiently</a:t>
          </a:r>
          <a:endParaRPr lang="en-US" sz="1800" kern="1200"/>
        </a:p>
      </dsp:txBody>
      <dsp:txXfrm>
        <a:off x="1970684" y="4266280"/>
        <a:ext cx="4908832" cy="17062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567F2-8FFD-454F-995F-7E0B568969E0}">
      <dsp:nvSpPr>
        <dsp:cNvPr id="0" name=""/>
        <dsp:cNvSpPr/>
      </dsp:nvSpPr>
      <dsp:spPr>
        <a:xfrm>
          <a:off x="0" y="1479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A9A4B-428E-4967-A924-D4DA0ECF02EF}">
      <dsp:nvSpPr>
        <dsp:cNvPr id="0" name=""/>
        <dsp:cNvSpPr/>
      </dsp:nvSpPr>
      <dsp:spPr>
        <a:xfrm>
          <a:off x="226809" y="170180"/>
          <a:ext cx="412381" cy="4123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17734-1279-4DD3-8D0F-078DAAD6CC8C}">
      <dsp:nvSpPr>
        <dsp:cNvPr id="0" name=""/>
        <dsp:cNvSpPr/>
      </dsp:nvSpPr>
      <dsp:spPr>
        <a:xfrm>
          <a:off x="866001" y="1479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Allows operation with tensors on both CPU and GPU</a:t>
          </a:r>
          <a:endParaRPr lang="en-US" sz="1400" kern="1200"/>
        </a:p>
      </dsp:txBody>
      <dsp:txXfrm>
        <a:off x="866001" y="1479"/>
        <a:ext cx="9458998" cy="749784"/>
      </dsp:txXfrm>
    </dsp:sp>
    <dsp:sp modelId="{97165489-3D97-4129-9670-E9E4E718AAE9}">
      <dsp:nvSpPr>
        <dsp:cNvPr id="0" name=""/>
        <dsp:cNvSpPr/>
      </dsp:nvSpPr>
      <dsp:spPr>
        <a:xfrm>
          <a:off x="0" y="938710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996B90-4BF9-41B9-B657-6990F2038F41}">
      <dsp:nvSpPr>
        <dsp:cNvPr id="0" name=""/>
        <dsp:cNvSpPr/>
      </dsp:nvSpPr>
      <dsp:spPr>
        <a:xfrm>
          <a:off x="226809" y="1107411"/>
          <a:ext cx="412381" cy="4123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CC04C-0D89-4B6A-BF74-2C0ECAC71C72}">
      <dsp:nvSpPr>
        <dsp:cNvPr id="0" name=""/>
        <dsp:cNvSpPr/>
      </dsp:nvSpPr>
      <dsp:spPr>
        <a:xfrm>
          <a:off x="866001" y="938710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Enables building computational graphs that define the computations necessary for output (typically loss functions) based on input parameters</a:t>
          </a:r>
          <a:endParaRPr lang="en-US" sz="1400" kern="1200"/>
        </a:p>
      </dsp:txBody>
      <dsp:txXfrm>
        <a:off x="866001" y="938710"/>
        <a:ext cx="9458998" cy="749784"/>
      </dsp:txXfrm>
    </dsp:sp>
    <dsp:sp modelId="{4126D1FB-AD54-45B5-B460-B0F60793981F}">
      <dsp:nvSpPr>
        <dsp:cNvPr id="0" name=""/>
        <dsp:cNvSpPr/>
      </dsp:nvSpPr>
      <dsp:spPr>
        <a:xfrm>
          <a:off x="0" y="1875941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C0D1E-A2D8-4720-8794-B5171036F000}">
      <dsp:nvSpPr>
        <dsp:cNvPr id="0" name=""/>
        <dsp:cNvSpPr/>
      </dsp:nvSpPr>
      <dsp:spPr>
        <a:xfrm>
          <a:off x="226809" y="2044642"/>
          <a:ext cx="412381" cy="4123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BF367C-B64B-400F-9C7B-C9FCF12CADEE}">
      <dsp:nvSpPr>
        <dsp:cNvPr id="0" name=""/>
        <dsp:cNvSpPr/>
      </dsp:nvSpPr>
      <dsp:spPr>
        <a:xfrm>
          <a:off x="866001" y="1875941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Supports differentiation of computational graphs to compute gradients for model parameter optimization</a:t>
          </a:r>
          <a:endParaRPr lang="en-US" sz="1400" kern="1200"/>
        </a:p>
      </dsp:txBody>
      <dsp:txXfrm>
        <a:off x="866001" y="1875941"/>
        <a:ext cx="9458998" cy="749784"/>
      </dsp:txXfrm>
    </dsp:sp>
    <dsp:sp modelId="{1CD56500-8E27-4816-B2F2-9288F8091B30}">
      <dsp:nvSpPr>
        <dsp:cNvPr id="0" name=""/>
        <dsp:cNvSpPr/>
      </dsp:nvSpPr>
      <dsp:spPr>
        <a:xfrm>
          <a:off x="0" y="2813171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5F03E-2B06-4863-A99F-1FD91CA3781F}">
      <dsp:nvSpPr>
        <dsp:cNvPr id="0" name=""/>
        <dsp:cNvSpPr/>
      </dsp:nvSpPr>
      <dsp:spPr>
        <a:xfrm>
          <a:off x="226809" y="2981873"/>
          <a:ext cx="412381" cy="4123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4553F-71AF-4168-B384-E1A4BBACD3B5}">
      <dsp:nvSpPr>
        <dsp:cNvPr id="0" name=""/>
        <dsp:cNvSpPr/>
      </dsp:nvSpPr>
      <dsp:spPr>
        <a:xfrm>
          <a:off x="866001" y="2813171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Foundational for custom and innovative neural network architectures, particularly useful in research</a:t>
          </a:r>
          <a:endParaRPr lang="en-US" sz="1400" kern="1200"/>
        </a:p>
      </dsp:txBody>
      <dsp:txXfrm>
        <a:off x="866001" y="2813171"/>
        <a:ext cx="9458998" cy="74978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A2778-A888-492A-87A0-A2859E5119EB}">
      <dsp:nvSpPr>
        <dsp:cNvPr id="0" name=""/>
        <dsp:cNvSpPr/>
      </dsp:nvSpPr>
      <dsp:spPr>
        <a:xfrm>
          <a:off x="0" y="1479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67CEF0-53C6-4A0B-914C-40D8B14550DC}">
      <dsp:nvSpPr>
        <dsp:cNvPr id="0" name=""/>
        <dsp:cNvSpPr/>
      </dsp:nvSpPr>
      <dsp:spPr>
        <a:xfrm>
          <a:off x="226809" y="170180"/>
          <a:ext cx="412381" cy="4123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6B2DE-51CC-4C1E-A798-6548D7AA2FAE}">
      <dsp:nvSpPr>
        <dsp:cNvPr id="0" name=""/>
        <dsp:cNvSpPr/>
      </dsp:nvSpPr>
      <dsp:spPr>
        <a:xfrm>
          <a:off x="866001" y="1479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TensorFlow's high-level API is known as Keras, while PyTorch's equivalent is PyTorch Lightning</a:t>
          </a:r>
          <a:endParaRPr lang="en-US" sz="1400" kern="1200"/>
        </a:p>
      </dsp:txBody>
      <dsp:txXfrm>
        <a:off x="866001" y="1479"/>
        <a:ext cx="9458998" cy="749784"/>
      </dsp:txXfrm>
    </dsp:sp>
    <dsp:sp modelId="{91331909-FA20-41D8-A500-D0184605D50B}">
      <dsp:nvSpPr>
        <dsp:cNvPr id="0" name=""/>
        <dsp:cNvSpPr/>
      </dsp:nvSpPr>
      <dsp:spPr>
        <a:xfrm>
          <a:off x="0" y="938710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16D372-DADF-43FD-84EE-80B5FCBC756C}">
      <dsp:nvSpPr>
        <dsp:cNvPr id="0" name=""/>
        <dsp:cNvSpPr/>
      </dsp:nvSpPr>
      <dsp:spPr>
        <a:xfrm>
          <a:off x="226809" y="1107411"/>
          <a:ext cx="412381" cy="4123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28ED7-D277-4CFF-B5EC-931B7A7B9BFF}">
      <dsp:nvSpPr>
        <dsp:cNvPr id="0" name=""/>
        <dsp:cNvSpPr/>
      </dsp:nvSpPr>
      <dsp:spPr>
        <a:xfrm>
          <a:off x="866001" y="938710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Simplifies neural network construction as a sequence of layers, facilitating the development of common network architectures</a:t>
          </a:r>
          <a:endParaRPr lang="en-US" sz="1400" kern="1200"/>
        </a:p>
      </dsp:txBody>
      <dsp:txXfrm>
        <a:off x="866001" y="938710"/>
        <a:ext cx="9458998" cy="749784"/>
      </dsp:txXfrm>
    </dsp:sp>
    <dsp:sp modelId="{99B3B7BD-1382-4000-9461-2A04BBF5519C}">
      <dsp:nvSpPr>
        <dsp:cNvPr id="0" name=""/>
        <dsp:cNvSpPr/>
      </dsp:nvSpPr>
      <dsp:spPr>
        <a:xfrm>
          <a:off x="0" y="1875941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CC9D4-F222-4076-8FB9-D6676293442A}">
      <dsp:nvSpPr>
        <dsp:cNvPr id="0" name=""/>
        <dsp:cNvSpPr/>
      </dsp:nvSpPr>
      <dsp:spPr>
        <a:xfrm>
          <a:off x="226809" y="2044642"/>
          <a:ext cx="412381" cy="4123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C925A-B6A7-40D6-95DB-1408E0D0182F}">
      <dsp:nvSpPr>
        <dsp:cNvPr id="0" name=""/>
        <dsp:cNvSpPr/>
      </dsp:nvSpPr>
      <dsp:spPr>
        <a:xfrm>
          <a:off x="866001" y="1875941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Streamlines the training process through data preparation and a simple fit function for training</a:t>
          </a:r>
          <a:endParaRPr lang="en-US" sz="1400" kern="1200"/>
        </a:p>
      </dsp:txBody>
      <dsp:txXfrm>
        <a:off x="866001" y="1875941"/>
        <a:ext cx="9458998" cy="749784"/>
      </dsp:txXfrm>
    </dsp:sp>
    <dsp:sp modelId="{62B678E0-2B8A-4456-9C67-0CB0CD59225B}">
      <dsp:nvSpPr>
        <dsp:cNvPr id="0" name=""/>
        <dsp:cNvSpPr/>
      </dsp:nvSpPr>
      <dsp:spPr>
        <a:xfrm>
          <a:off x="0" y="2813171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791DF1-99C8-4D2D-A786-FE13CBD4722E}">
      <dsp:nvSpPr>
        <dsp:cNvPr id="0" name=""/>
        <dsp:cNvSpPr/>
      </dsp:nvSpPr>
      <dsp:spPr>
        <a:xfrm>
          <a:off x="226809" y="2981873"/>
          <a:ext cx="412381" cy="4123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4F153B-64D9-4D38-9E2E-BBEC84510811}">
      <dsp:nvSpPr>
        <dsp:cNvPr id="0" name=""/>
        <dsp:cNvSpPr/>
      </dsp:nvSpPr>
      <dsp:spPr>
        <a:xfrm>
          <a:off x="866001" y="2813171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Ideal for quick development and deployment of typical neural networks without deep customization</a:t>
          </a:r>
          <a:endParaRPr lang="en-US" sz="1400" kern="1200"/>
        </a:p>
      </dsp:txBody>
      <dsp:txXfrm>
        <a:off x="866001" y="2813171"/>
        <a:ext cx="9458998" cy="74978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FDDE5-F5E3-4FE1-BFBD-2E744E1F48D1}">
      <dsp:nvSpPr>
        <dsp:cNvPr id="0" name=""/>
        <dsp:cNvSpPr/>
      </dsp:nvSpPr>
      <dsp:spPr>
        <a:xfrm>
          <a:off x="0" y="1479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117AD-198F-4059-9E11-C3B611BA0426}">
      <dsp:nvSpPr>
        <dsp:cNvPr id="0" name=""/>
        <dsp:cNvSpPr/>
      </dsp:nvSpPr>
      <dsp:spPr>
        <a:xfrm>
          <a:off x="226809" y="170180"/>
          <a:ext cx="412381" cy="4123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35857-17AB-41C4-A7EF-1A130A5B9563}">
      <dsp:nvSpPr>
        <dsp:cNvPr id="0" name=""/>
        <dsp:cNvSpPr/>
      </dsp:nvSpPr>
      <dsp:spPr>
        <a:xfrm>
          <a:off x="866001" y="1479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Both APIs are designed to be interoperable, allowing developers to leverage the strengths of each</a:t>
          </a:r>
          <a:endParaRPr lang="en-US" sz="1400" kern="1200"/>
        </a:p>
      </dsp:txBody>
      <dsp:txXfrm>
        <a:off x="866001" y="1479"/>
        <a:ext cx="9458998" cy="749784"/>
      </dsp:txXfrm>
    </dsp:sp>
    <dsp:sp modelId="{9469C5C9-7708-4A64-801D-31137AF1154C}">
      <dsp:nvSpPr>
        <dsp:cNvPr id="0" name=""/>
        <dsp:cNvSpPr/>
      </dsp:nvSpPr>
      <dsp:spPr>
        <a:xfrm>
          <a:off x="0" y="938710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5E781F-5639-491C-A673-C76533370178}">
      <dsp:nvSpPr>
        <dsp:cNvPr id="0" name=""/>
        <dsp:cNvSpPr/>
      </dsp:nvSpPr>
      <dsp:spPr>
        <a:xfrm>
          <a:off x="226809" y="1107411"/>
          <a:ext cx="412381" cy="4123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03D58-99BE-4D3D-9658-75EA7AAE4D05}">
      <dsp:nvSpPr>
        <dsp:cNvPr id="0" name=""/>
        <dsp:cNvSpPr/>
      </dsp:nvSpPr>
      <dsp:spPr>
        <a:xfrm>
          <a:off x="866001" y="938710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Custom layer architecture can be developed using the low-level API and integrated into larger networks built with the high-level API</a:t>
          </a:r>
          <a:endParaRPr lang="en-US" sz="1400" kern="1200"/>
        </a:p>
      </dsp:txBody>
      <dsp:txXfrm>
        <a:off x="866001" y="938710"/>
        <a:ext cx="9458998" cy="749784"/>
      </dsp:txXfrm>
    </dsp:sp>
    <dsp:sp modelId="{6C97175D-5F01-4C64-8E63-3C2EAC3A482B}">
      <dsp:nvSpPr>
        <dsp:cNvPr id="0" name=""/>
        <dsp:cNvSpPr/>
      </dsp:nvSpPr>
      <dsp:spPr>
        <a:xfrm>
          <a:off x="0" y="1875941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A87DA4-AA9D-47F7-8941-8EDC9E2C742E}">
      <dsp:nvSpPr>
        <dsp:cNvPr id="0" name=""/>
        <dsp:cNvSpPr/>
      </dsp:nvSpPr>
      <dsp:spPr>
        <a:xfrm>
          <a:off x="226809" y="2044642"/>
          <a:ext cx="412381" cy="4123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FE492-DF60-49C5-B439-F01962230889}">
      <dsp:nvSpPr>
        <dsp:cNvPr id="0" name=""/>
        <dsp:cNvSpPr/>
      </dsp:nvSpPr>
      <dsp:spPr>
        <a:xfrm>
          <a:off x="866001" y="1875941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Networks defined with the high-level API can be optimized using custom training loops from the low-level API</a:t>
          </a:r>
          <a:endParaRPr lang="en-US" sz="1400" kern="1200"/>
        </a:p>
      </dsp:txBody>
      <dsp:txXfrm>
        <a:off x="866001" y="1875941"/>
        <a:ext cx="9458998" cy="749784"/>
      </dsp:txXfrm>
    </dsp:sp>
    <dsp:sp modelId="{8AD01CAE-9ACA-4237-9595-F0E5AAEECB6B}">
      <dsp:nvSpPr>
        <dsp:cNvPr id="0" name=""/>
        <dsp:cNvSpPr/>
      </dsp:nvSpPr>
      <dsp:spPr>
        <a:xfrm>
          <a:off x="0" y="2813171"/>
          <a:ext cx="10325000" cy="749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3D166-AAE5-4335-8855-EC0CA156612D}">
      <dsp:nvSpPr>
        <dsp:cNvPr id="0" name=""/>
        <dsp:cNvSpPr/>
      </dsp:nvSpPr>
      <dsp:spPr>
        <a:xfrm>
          <a:off x="226809" y="2981873"/>
          <a:ext cx="412381" cy="4123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72C24-8CA1-4AAB-816D-9C3378A04C63}">
      <dsp:nvSpPr>
        <dsp:cNvPr id="0" name=""/>
        <dsp:cNvSpPr/>
      </dsp:nvSpPr>
      <dsp:spPr>
        <a:xfrm>
          <a:off x="866001" y="2813171"/>
          <a:ext cx="9458998" cy="74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2" tIns="79352" rIns="79352" bIns="7935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This flexibility supports both rapid prototyping and detailed, research-oriented network design</a:t>
          </a:r>
          <a:endParaRPr lang="en-US" sz="1400" kern="1200"/>
        </a:p>
      </dsp:txBody>
      <dsp:txXfrm>
        <a:off x="866001" y="2813171"/>
        <a:ext cx="9458998" cy="74978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F6A5B5-A6BA-E94C-BFFC-08B3660A03BF}">
      <dsp:nvSpPr>
        <dsp:cNvPr id="0" name=""/>
        <dsp:cNvSpPr/>
      </dsp:nvSpPr>
      <dsp:spPr>
        <a:xfrm>
          <a:off x="1323" y="903721"/>
          <a:ext cx="3096580" cy="154829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100" kern="1200"/>
            <a:t>Not enough training data</a:t>
          </a:r>
          <a:endParaRPr lang="en-US" sz="3100" kern="1200"/>
        </a:p>
      </dsp:txBody>
      <dsp:txXfrm>
        <a:off x="46671" y="949069"/>
        <a:ext cx="3005884" cy="1457594"/>
      </dsp:txXfrm>
    </dsp:sp>
    <dsp:sp modelId="{571B43F9-ED40-7F43-A1DF-8A13CE3F9356}">
      <dsp:nvSpPr>
        <dsp:cNvPr id="0" name=""/>
        <dsp:cNvSpPr/>
      </dsp:nvSpPr>
      <dsp:spPr>
        <a:xfrm>
          <a:off x="3872049" y="903721"/>
          <a:ext cx="3096580" cy="154829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100" kern="1200"/>
            <a:t>Too powerful model</a:t>
          </a:r>
          <a:endParaRPr lang="en-US" sz="3100" kern="1200"/>
        </a:p>
      </dsp:txBody>
      <dsp:txXfrm>
        <a:off x="3917397" y="949069"/>
        <a:ext cx="3005884" cy="1457594"/>
      </dsp:txXfrm>
    </dsp:sp>
    <dsp:sp modelId="{4BEB2617-92ED-DD49-BEA3-FFA2595644D3}">
      <dsp:nvSpPr>
        <dsp:cNvPr id="0" name=""/>
        <dsp:cNvSpPr/>
      </dsp:nvSpPr>
      <dsp:spPr>
        <a:xfrm>
          <a:off x="7742775" y="903721"/>
          <a:ext cx="3096580" cy="154829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100" kern="1200"/>
            <a:t>Too much noise in input data</a:t>
          </a:r>
          <a:endParaRPr lang="en-US" sz="3100" kern="1200"/>
        </a:p>
      </dsp:txBody>
      <dsp:txXfrm>
        <a:off x="7788123" y="949069"/>
        <a:ext cx="3005884" cy="145759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59FB4-AADB-4C36-BF5A-8FD05AC3A02B}">
      <dsp:nvSpPr>
        <dsp:cNvPr id="0" name=""/>
        <dsp:cNvSpPr/>
      </dsp:nvSpPr>
      <dsp:spPr>
        <a:xfrm>
          <a:off x="0" y="3476"/>
          <a:ext cx="10325000" cy="13329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44F6F-35EA-4C62-ADFF-0FED693375EA}">
      <dsp:nvSpPr>
        <dsp:cNvPr id="0" name=""/>
        <dsp:cNvSpPr/>
      </dsp:nvSpPr>
      <dsp:spPr>
        <a:xfrm>
          <a:off x="403230" y="303400"/>
          <a:ext cx="733147" cy="7331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5D1CFB-61B8-413D-819E-CB94216CEAB0}">
      <dsp:nvSpPr>
        <dsp:cNvPr id="0" name=""/>
        <dsp:cNvSpPr/>
      </dsp:nvSpPr>
      <dsp:spPr>
        <a:xfrm>
          <a:off x="1539608" y="3476"/>
          <a:ext cx="8783886" cy="1332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075" tIns="141075" rIns="141075" bIns="1410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000" kern="1200"/>
            <a:t>Overfitting is indicated by a significant discrepancy between training and validation errors: very low training error alongside high validation error</a:t>
          </a:r>
          <a:endParaRPr lang="en-US" sz="2000" kern="1200"/>
        </a:p>
      </dsp:txBody>
      <dsp:txXfrm>
        <a:off x="1539608" y="3476"/>
        <a:ext cx="8783886" cy="1332994"/>
      </dsp:txXfrm>
    </dsp:sp>
    <dsp:sp modelId="{F44933FD-9212-4B59-AD2B-27E6E8BB7A02}">
      <dsp:nvSpPr>
        <dsp:cNvPr id="0" name=""/>
        <dsp:cNvSpPr/>
      </dsp:nvSpPr>
      <dsp:spPr>
        <a:xfrm>
          <a:off x="0" y="1669720"/>
          <a:ext cx="10325000" cy="13329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73E3FD-ED67-4522-ACAC-F2E9C3B993DA}">
      <dsp:nvSpPr>
        <dsp:cNvPr id="0" name=""/>
        <dsp:cNvSpPr/>
      </dsp:nvSpPr>
      <dsp:spPr>
        <a:xfrm>
          <a:off x="403230" y="1969644"/>
          <a:ext cx="733147" cy="7331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84C1A-B61D-460C-975C-3DE13A62E9B1}">
      <dsp:nvSpPr>
        <dsp:cNvPr id="0" name=""/>
        <dsp:cNvSpPr/>
      </dsp:nvSpPr>
      <dsp:spPr>
        <a:xfrm>
          <a:off x="1539608" y="1669720"/>
          <a:ext cx="4646250" cy="1332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075" tIns="141075" rIns="141075" bIns="1410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000" kern="1200"/>
            <a:t>Training and Validation Error Trends</a:t>
          </a:r>
          <a:endParaRPr lang="en-US" sz="2000" kern="1200"/>
        </a:p>
      </dsp:txBody>
      <dsp:txXfrm>
        <a:off x="1539608" y="1669720"/>
        <a:ext cx="4646250" cy="1332994"/>
      </dsp:txXfrm>
    </dsp:sp>
    <dsp:sp modelId="{BA929625-7A0D-4C8D-8A2D-EA155EE0AB5E}">
      <dsp:nvSpPr>
        <dsp:cNvPr id="0" name=""/>
        <dsp:cNvSpPr/>
      </dsp:nvSpPr>
      <dsp:spPr>
        <a:xfrm>
          <a:off x="6185858" y="1669720"/>
          <a:ext cx="4137636" cy="1332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075" tIns="141075" rIns="141075" bIns="14107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 dirty="0"/>
            <a:t>Initially, both training and validation errors decrease as the model learns from the data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 dirty="0"/>
            <a:t>A key sign of overfitting occurs when the validation error ceases to decrease and begins to increase, despite continued reductions in training error</a:t>
          </a:r>
          <a:endParaRPr lang="en-US" sz="1200" kern="1200" dirty="0"/>
        </a:p>
      </dsp:txBody>
      <dsp:txXfrm>
        <a:off x="6185858" y="1669720"/>
        <a:ext cx="4137636" cy="1332994"/>
      </dsp:txXfrm>
    </dsp:sp>
    <dsp:sp modelId="{E7FBE214-9228-48D8-8118-677D79B9E19B}">
      <dsp:nvSpPr>
        <dsp:cNvPr id="0" name=""/>
        <dsp:cNvSpPr/>
      </dsp:nvSpPr>
      <dsp:spPr>
        <a:xfrm>
          <a:off x="0" y="3569951"/>
          <a:ext cx="10325000" cy="13329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4BD8EA-7CCD-47CB-9499-22CA8C1681A1}">
      <dsp:nvSpPr>
        <dsp:cNvPr id="0" name=""/>
        <dsp:cNvSpPr/>
      </dsp:nvSpPr>
      <dsp:spPr>
        <a:xfrm>
          <a:off x="403230" y="3869874"/>
          <a:ext cx="733147" cy="7331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1F76F-B496-4E47-9995-3730A281E05F}">
      <dsp:nvSpPr>
        <dsp:cNvPr id="0" name=""/>
        <dsp:cNvSpPr/>
      </dsp:nvSpPr>
      <dsp:spPr>
        <a:xfrm>
          <a:off x="1539608" y="3569951"/>
          <a:ext cx="4646250" cy="1332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075" tIns="141075" rIns="141075" bIns="1410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000" kern="1200"/>
            <a:t>Strategies to Combat Overfitting</a:t>
          </a:r>
          <a:endParaRPr lang="en-US" sz="2000" kern="1200"/>
        </a:p>
      </dsp:txBody>
      <dsp:txXfrm>
        <a:off x="1539608" y="3569951"/>
        <a:ext cx="4646250" cy="1332994"/>
      </dsp:txXfrm>
    </dsp:sp>
    <dsp:sp modelId="{FA837316-D7E4-48AA-A85A-168656DA319D}">
      <dsp:nvSpPr>
        <dsp:cNvPr id="0" name=""/>
        <dsp:cNvSpPr/>
      </dsp:nvSpPr>
      <dsp:spPr>
        <a:xfrm>
          <a:off x="6185858" y="3335963"/>
          <a:ext cx="4137636" cy="1800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075" tIns="141075" rIns="141075" bIns="141075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 dirty="0"/>
            <a:t>Early Stopping: Cease training when the validation error starts to rise, indicating the model is beginning to overfit to the training data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 dirty="0"/>
            <a:t>Model Snapshot: Taking a snapshot of the model at the point before the validation error rises can be useful for retaining a version of the model that has generalized well to unseen data</a:t>
          </a:r>
          <a:endParaRPr lang="en-US" sz="1200" kern="1200" dirty="0"/>
        </a:p>
      </dsp:txBody>
      <dsp:txXfrm>
        <a:off x="6185858" y="3335963"/>
        <a:ext cx="4137636" cy="180096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7F96E6-AF4D-4A75-AE11-E3A93C8965CF}">
      <dsp:nvSpPr>
        <dsp:cNvPr id="0" name=""/>
        <dsp:cNvSpPr/>
      </dsp:nvSpPr>
      <dsp:spPr>
        <a:xfrm>
          <a:off x="0" y="700418"/>
          <a:ext cx="10325000" cy="128534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D81557-C706-4CB7-994A-DEE572DF3E38}">
      <dsp:nvSpPr>
        <dsp:cNvPr id="0" name=""/>
        <dsp:cNvSpPr/>
      </dsp:nvSpPr>
      <dsp:spPr>
        <a:xfrm>
          <a:off x="388816" y="989621"/>
          <a:ext cx="706939" cy="7069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6C262-C878-45B1-ADF8-336DA9B2A807}">
      <dsp:nvSpPr>
        <dsp:cNvPr id="0" name=""/>
        <dsp:cNvSpPr/>
      </dsp:nvSpPr>
      <dsp:spPr>
        <a:xfrm>
          <a:off x="1484573" y="700418"/>
          <a:ext cx="8838974" cy="1285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032" tIns="136032" rIns="136032" bIns="13603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500" kern="1200"/>
            <a:t>Overfitting is a manifestation of the bias-variance tradeoff, a fundamental concept in statistics and machine learning</a:t>
          </a:r>
          <a:endParaRPr lang="en-US" sz="2500" kern="1200"/>
        </a:p>
      </dsp:txBody>
      <dsp:txXfrm>
        <a:off x="1484573" y="700418"/>
        <a:ext cx="8838974" cy="1285345"/>
      </dsp:txXfrm>
    </dsp:sp>
    <dsp:sp modelId="{0984E162-72EF-45BB-8597-724500DCCA17}">
      <dsp:nvSpPr>
        <dsp:cNvPr id="0" name=""/>
        <dsp:cNvSpPr/>
      </dsp:nvSpPr>
      <dsp:spPr>
        <a:xfrm>
          <a:off x="0" y="2307100"/>
          <a:ext cx="10325000" cy="128534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CC6C0F-6EFD-49FC-9770-D38C4D056ED5}">
      <dsp:nvSpPr>
        <dsp:cNvPr id="0" name=""/>
        <dsp:cNvSpPr/>
      </dsp:nvSpPr>
      <dsp:spPr>
        <a:xfrm>
          <a:off x="388816" y="2596303"/>
          <a:ext cx="706939" cy="7069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F5177-8FAB-48BC-A0EE-D928C3BF677C}">
      <dsp:nvSpPr>
        <dsp:cNvPr id="0" name=""/>
        <dsp:cNvSpPr/>
      </dsp:nvSpPr>
      <dsp:spPr>
        <a:xfrm>
          <a:off x="1484573" y="2307100"/>
          <a:ext cx="4646250" cy="1285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032" tIns="136032" rIns="136032" bIns="13603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500" kern="1200"/>
            <a:t>Types of Errors</a:t>
          </a:r>
          <a:endParaRPr lang="en-US" sz="2500" kern="1200"/>
        </a:p>
      </dsp:txBody>
      <dsp:txXfrm>
        <a:off x="1484573" y="2307100"/>
        <a:ext cx="4646250" cy="1285345"/>
      </dsp:txXfrm>
    </dsp:sp>
    <dsp:sp modelId="{146145E4-A204-4783-8862-95EA4C3486F8}">
      <dsp:nvSpPr>
        <dsp:cNvPr id="0" name=""/>
        <dsp:cNvSpPr/>
      </dsp:nvSpPr>
      <dsp:spPr>
        <a:xfrm>
          <a:off x="6130823" y="2307100"/>
          <a:ext cx="4192724" cy="1285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032" tIns="136032" rIns="136032" bIns="13603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 dirty="0"/>
            <a:t>Bias Errors: Occur when the model is too simple to capture the underlying relationships in the training data, leading to underfitting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Variance Errors: Arise when the model is too complex, capturing noise as if it were a significant pattern, thus leading to overfitting</a:t>
          </a:r>
          <a:endParaRPr lang="en-US" sz="1400" kern="1200"/>
        </a:p>
      </dsp:txBody>
      <dsp:txXfrm>
        <a:off x="6130823" y="2307100"/>
        <a:ext cx="4192724" cy="128534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D0B08-4E28-604D-8EDF-217624A25B30}">
      <dsp:nvSpPr>
        <dsp:cNvPr id="0" name=""/>
        <dsp:cNvSpPr/>
      </dsp:nvSpPr>
      <dsp:spPr>
        <a:xfrm>
          <a:off x="0" y="14127"/>
          <a:ext cx="10325100" cy="98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000" kern="1200"/>
            <a:t>As training progresses, bias error tends to decrease because the model increasingly learns to approximate the true relationship within the data</a:t>
          </a:r>
          <a:endParaRPr lang="en-US" sz="2000" kern="1200"/>
        </a:p>
      </dsp:txBody>
      <dsp:txXfrm>
        <a:off x="47976" y="62103"/>
        <a:ext cx="10229148" cy="886848"/>
      </dsp:txXfrm>
    </dsp:sp>
    <dsp:sp modelId="{0CB34090-AFE4-234E-8A02-700C4FCB6813}">
      <dsp:nvSpPr>
        <dsp:cNvPr id="0" name=""/>
        <dsp:cNvSpPr/>
      </dsp:nvSpPr>
      <dsp:spPr>
        <a:xfrm>
          <a:off x="0" y="1054527"/>
          <a:ext cx="10325100" cy="982800"/>
        </a:xfrm>
        <a:prstGeom prst="roundRect">
          <a:avLst/>
        </a:prstGeom>
        <a:solidFill>
          <a:schemeClr val="accent5">
            <a:hueOff val="750041"/>
            <a:satOff val="6033"/>
            <a:lumOff val="-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000" kern="1200"/>
            <a:t>Conversely, variance error increases as the model begins to fit not just the signal but also the noise in the data</a:t>
          </a:r>
          <a:endParaRPr lang="en-US" sz="2000" kern="1200"/>
        </a:p>
      </dsp:txBody>
      <dsp:txXfrm>
        <a:off x="47976" y="1102503"/>
        <a:ext cx="10229148" cy="886848"/>
      </dsp:txXfrm>
    </dsp:sp>
    <dsp:sp modelId="{78D59CFF-8E1F-8145-8C24-B0C510783C65}">
      <dsp:nvSpPr>
        <dsp:cNvPr id="0" name=""/>
        <dsp:cNvSpPr/>
      </dsp:nvSpPr>
      <dsp:spPr>
        <a:xfrm>
          <a:off x="0" y="2094927"/>
          <a:ext cx="10325100" cy="982800"/>
        </a:xfrm>
        <a:prstGeom prst="roundRect">
          <a:avLst/>
        </a:prstGeom>
        <a:solidFill>
          <a:schemeClr val="accent5">
            <a:hueOff val="1500082"/>
            <a:satOff val="12067"/>
            <a:lumOff val="-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000" kern="1200"/>
            <a:t>Strategies to Address Overfitting</a:t>
          </a:r>
          <a:endParaRPr lang="en-US" sz="2000" kern="1200"/>
        </a:p>
      </dsp:txBody>
      <dsp:txXfrm>
        <a:off x="47976" y="2142903"/>
        <a:ext cx="10229148" cy="886848"/>
      </dsp:txXfrm>
    </dsp:sp>
    <dsp:sp modelId="{0D56B3FE-73AF-8948-A08C-BDDEC74515A9}">
      <dsp:nvSpPr>
        <dsp:cNvPr id="0" name=""/>
        <dsp:cNvSpPr/>
      </dsp:nvSpPr>
      <dsp:spPr>
        <a:xfrm>
          <a:off x="0" y="3077727"/>
          <a:ext cx="10325100" cy="1262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822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en-US" sz="1600" kern="1200" dirty="0"/>
            <a:t>Manual Intervention: Stop training when signs of overfitting, such as an increase in validation error, are detected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en-US" sz="1600" kern="1200" dirty="0"/>
            <a:t>Automatic Mechanisms: Implement regularization techniques to automatically limit the complexity of the model, helping to balance bias and variance, and prevent overfitting</a:t>
          </a:r>
          <a:endParaRPr lang="en-US" sz="1600" kern="1200" dirty="0"/>
        </a:p>
      </dsp:txBody>
      <dsp:txXfrm>
        <a:off x="0" y="3077727"/>
        <a:ext cx="10325100" cy="12626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4E70D-1D26-3849-819A-8D1524B23DEB}" type="datetimeFigureOut">
              <a:rPr kumimoji="1" lang="ko-KR" altLang="en-US" smtClean="0"/>
              <a:t>2024. 4. 3.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83D6F-F8D6-4847-B12A-CCF56073A4C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1109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83D6F-F8D6-4847-B12A-CCF56073A4CA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3521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EBAF-89C8-DB40-AB67-2348DC2C38BD}" type="datetime1">
              <a:rPr lang="ko-KR" altLang="en-US" smtClean="0"/>
              <a:t>2024. 4. 3.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58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ABAE-CE70-1346-B87C-085B896C9898}" type="datetime1">
              <a:rPr lang="ko-KR" altLang="en-US" smtClean="0"/>
              <a:t>2024. 4. 3.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00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7609B-E0FF-864F-B902-D3EADA38026F}" type="datetime1">
              <a:rPr lang="ko-KR" altLang="en-US" smtClean="0"/>
              <a:t>2024. 4. 3.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4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6DC4F-0792-0148-814B-74105B096896}" type="datetime1">
              <a:rPr lang="ko-KR" altLang="en-US" smtClean="0"/>
              <a:t>2024. 4. 3.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2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BA4AB3C8-6527-F342-8842-25EF616C986E}" type="datetime1">
              <a:rPr lang="ko-KR" altLang="en-US" smtClean="0"/>
              <a:t>2024. 4. 3.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6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A00E-171D-3843-8FDE-25F6CA452904}" type="datetime1">
              <a:rPr lang="ko-KR" altLang="en-US" smtClean="0"/>
              <a:t>2024. 4. 3.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71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F8C7-5CF9-2143-8F92-55F2B6DE32A3}" type="datetime1">
              <a:rPr lang="ko-KR" altLang="en-US" smtClean="0"/>
              <a:t>2024. 4. 3.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01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B833-EA51-4647-827F-EA89D30181D9}" type="datetime1">
              <a:rPr lang="ko-KR" altLang="en-US" smtClean="0"/>
              <a:t>2024. 4. 3.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57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D2DB9-4E9D-DA46-9F89-5A492D715E12}" type="datetime1">
              <a:rPr lang="ko-KR" altLang="en-US" smtClean="0"/>
              <a:t>2024. 4. 3.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71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99081-B049-D24B-9AA9-538A2CCB5A03}" type="datetime1">
              <a:rPr lang="ko-KR" altLang="en-US" smtClean="0"/>
              <a:t>2024. 4. 3.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84E4C-161D-334A-BEFC-7426219C0C1E}" type="datetime1">
              <a:rPr lang="ko-KR" altLang="en-US" smtClean="0"/>
              <a:t>2024. 4. 3.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2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010AB-52FA-F444-AAB6-44BE1EB4D68F}" type="datetime1">
              <a:rPr lang="ko-KR" altLang="en-US" smtClean="0"/>
              <a:t>2024. 4. 3.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22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23" r:id="rId6"/>
    <p:sldLayoutId id="2147483718" r:id="rId7"/>
    <p:sldLayoutId id="2147483719" r:id="rId8"/>
    <p:sldLayoutId id="2147483720" r:id="rId9"/>
    <p:sldLayoutId id="2147483722" r:id="rId10"/>
    <p:sldLayoutId id="2147483721" r:id="rId11"/>
  </p:sldLayoutIdLst>
  <p:hf hdr="0" ftr="0" dt="0"/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sz="4400" kern="1200" spc="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 spc="3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 spc="3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 spc="3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 spc="3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 spc="3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deepai.org/machine-learning-glossary-and-terms/tensor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angeloyeo.github.io/2020/08/16/gradient_descent.html#google_vignette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10">
            <a:extLst>
              <a:ext uri="{FF2B5EF4-FFF2-40B4-BE49-F238E27FC236}">
                <a16:creationId xmlns:a16="http://schemas.microsoft.com/office/drawing/2014/main" id="{35C33D14-2894-4D0B-A680-525CBB789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F13A46-6183-476D-B2BA-073C0E322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12">
              <a:extLst>
                <a:ext uri="{FF2B5EF4-FFF2-40B4-BE49-F238E27FC236}">
                  <a16:creationId xmlns:a16="http://schemas.microsoft.com/office/drawing/2014/main" id="{AF7481D1-4DD3-45A2-B071-3900DD9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E7E168-B525-479D-B0B0-55103E5E9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14">
              <a:extLst>
                <a:ext uri="{FF2B5EF4-FFF2-40B4-BE49-F238E27FC236}">
                  <a16:creationId xmlns:a16="http://schemas.microsoft.com/office/drawing/2014/main" id="{27DD39E2-1720-4DA0-8AE6-88F24C073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93677B-437F-4E88-BB63-A5E81FC5C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16">
              <a:extLst>
                <a:ext uri="{FF2B5EF4-FFF2-40B4-BE49-F238E27FC236}">
                  <a16:creationId xmlns:a16="http://schemas.microsoft.com/office/drawing/2014/main" id="{069BDB73-647A-4675-9946-A08137AA4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F7E0BD3-0A11-410E-82BA-FE1FDEFAE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433527-1B36-4601-BA50-08897583E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D3F476-1743-4F27-8525-899DE7AA3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427650-9C5D-4857-877B-F692E0A16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EE06038-8E2F-47A8-A48A-082A4688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62AAFFB-4BBF-44E9-A93D-73CD69B0A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1BDC0F-1D22-4FCC-856C-8F05157BE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6CA872-1012-4E50-B09E-2A4FFAA4E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7515C6-F35A-4FF0-AFE5-F30AFB104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C5328A-88E7-42E6-846C-79E3C42A3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B67772-4CFC-47D4-B340-24F59A06E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934457-5F3A-4072-8613-28DE1C6C3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709EABD-4ED9-4105-B031-A926D15E9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137950-C684-4026-B3A8-3C12C5B9D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BBA354-F5F6-49B0-986C-663E7490A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8A2891B-1902-4128-9EA2-9E47C63F1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68D001-CACA-4602-A2C8-6709DFEAD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074E4F-FCD6-4115-ADF3-537D13889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1D549D-527D-4E04-8657-660799439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697C9FB-9333-4050-AA15-D78E19053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5C3AE99-7B8F-4399-B82E-42898B805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610BEF6-D2AC-4950-932D-80D5BD793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A455F1-3220-4A1F-9C4C-FE1289BF2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1D9888-DBC1-4392-913C-E8F84BB63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021C553-8CED-4BC0-98A5-730C4D043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BF23C3C1-E351-166E-E095-4F244F61D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170167"/>
            <a:ext cx="10495904" cy="1395872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Artificial Intelligence (AI)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F2A55B-2277-F172-1C13-765295BEB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1800355"/>
            <a:ext cx="5398649" cy="164332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Neural Networks</a:t>
            </a:r>
            <a:endParaRPr kumimoji="1" lang="ko-KR" altLang="en-US" dirty="0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33F2B4F9-421B-46F9-A5C1-235873782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94999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9" name="Picture 3" descr="다채로운 기하학적 모양의 모자이크">
            <a:extLst>
              <a:ext uri="{FF2B5EF4-FFF2-40B4-BE49-F238E27FC236}">
                <a16:creationId xmlns:a16="http://schemas.microsoft.com/office/drawing/2014/main" id="{D4210B36-7B61-A6A9-DCC7-C8A22A6F44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723" r="2" b="22009"/>
          <a:stretch/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944F9C-552B-0893-FD8F-386716F57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5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67F0E-13D9-842D-26F8-D2BE97F4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2E311-07DD-35FA-E413-7CB4BEEE1DCE}"/>
              </a:ext>
            </a:extLst>
          </p:cNvPr>
          <p:cNvSpPr txBox="1"/>
          <p:nvPr/>
        </p:nvSpPr>
        <p:spPr>
          <a:xfrm>
            <a:off x="303790" y="6269427"/>
            <a:ext cx="11667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https://</a:t>
            </a:r>
            <a:r>
              <a:rPr lang="en" altLang="ko-KR" dirty="0" err="1"/>
              <a:t>github.com</a:t>
            </a:r>
            <a:r>
              <a:rPr lang="en" altLang="ko-KR" dirty="0"/>
              <a:t>/</a:t>
            </a:r>
            <a:r>
              <a:rPr lang="en" altLang="ko-KR" dirty="0" err="1"/>
              <a:t>microsoft</a:t>
            </a:r>
            <a:r>
              <a:rPr lang="en" altLang="ko-KR" dirty="0"/>
              <a:t>/AI-For-Beginners/blob/main/lessons/</a:t>
            </a:r>
            <a:r>
              <a:rPr lang="en" altLang="ko-KR" dirty="0" err="1"/>
              <a:t>sketchnotes</a:t>
            </a:r>
            <a:r>
              <a:rPr lang="en" altLang="ko-KR" dirty="0"/>
              <a:t>/ai-</a:t>
            </a:r>
            <a:r>
              <a:rPr lang="en" altLang="ko-KR" dirty="0" err="1"/>
              <a:t>neuralnetworks.png</a:t>
            </a:r>
            <a:endParaRPr lang="ko-KR" altLang="en-US" dirty="0"/>
          </a:p>
        </p:txBody>
      </p:sp>
      <p:pic>
        <p:nvPicPr>
          <p:cNvPr id="1026" name="Picture 2" descr="Summary of Intro Neural Networks content in a doodle">
            <a:extLst>
              <a:ext uri="{FF2B5EF4-FFF2-40B4-BE49-F238E27FC236}">
                <a16:creationId xmlns:a16="http://schemas.microsoft.com/office/drawing/2014/main" id="{81C6239C-570D-91D6-5D24-6DD2BB5D9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0"/>
            <a:ext cx="8676503" cy="611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211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BF96BF0-2E37-6CBF-A5F2-11DB1CEE5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" altLang="ko-KR" sz="3700"/>
              <a:t>Achieving Intelligence in Computing</a:t>
            </a:r>
            <a:endParaRPr kumimoji="1" lang="ko-KR" altLang="en-US" sz="37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00407D-26EE-719D-26D7-A4BC3DCAD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818396" cy="3791918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" altLang="ko-KR" sz="1700" dirty="0"/>
              <a:t>Training a computer model or an artificial brain is identified as a method to achieve intelligence</a:t>
            </a:r>
          </a:p>
          <a:p>
            <a:pPr>
              <a:lnSpc>
                <a:spcPct val="104000"/>
              </a:lnSpc>
            </a:pPr>
            <a:r>
              <a:rPr kumimoji="1" lang="en" altLang="ko-KR" sz="1700" dirty="0"/>
              <a:t>Historical Context:</a:t>
            </a:r>
          </a:p>
          <a:p>
            <a:pPr lvl="1">
              <a:lnSpc>
                <a:spcPct val="104000"/>
              </a:lnSpc>
            </a:pPr>
            <a:r>
              <a:rPr kumimoji="1" lang="en" altLang="ko-KR" sz="1700" dirty="0"/>
              <a:t>Since the mid-20th century, researchers have experimented with various mathematical models</a:t>
            </a:r>
          </a:p>
          <a:p>
            <a:pPr>
              <a:lnSpc>
                <a:spcPct val="104000"/>
              </a:lnSpc>
            </a:pPr>
            <a:r>
              <a:rPr kumimoji="1" lang="en" altLang="ko-KR" sz="1700" dirty="0"/>
              <a:t>Neural Networks:</a:t>
            </a:r>
          </a:p>
          <a:p>
            <a:pPr lvl="1">
              <a:lnSpc>
                <a:spcPct val="104000"/>
              </a:lnSpc>
            </a:pPr>
            <a:r>
              <a:rPr kumimoji="1" lang="en" altLang="ko-KR" sz="1700" dirty="0"/>
              <a:t>Mathematical models of the brain are referred to as neural networks</a:t>
            </a:r>
          </a:p>
          <a:p>
            <a:pPr lvl="1">
              <a:lnSpc>
                <a:spcPct val="104000"/>
              </a:lnSpc>
            </a:pPr>
            <a:r>
              <a:rPr kumimoji="1" lang="en" altLang="ko-KR" sz="1700" dirty="0"/>
              <a:t>Sometimes termed Artificial Neural Networks (ANNs) to distinguish them as models rather than actual neural networks</a:t>
            </a:r>
            <a:endParaRPr kumimoji="1" lang="ko-KR" altLang="en-US" sz="1700" dirty="0"/>
          </a:p>
        </p:txBody>
      </p:sp>
      <p:pic>
        <p:nvPicPr>
          <p:cNvPr id="8" name="Graphic 7" descr="뇌">
            <a:extLst>
              <a:ext uri="{FF2B5EF4-FFF2-40B4-BE49-F238E27FC236}">
                <a16:creationId xmlns:a16="http://schemas.microsoft.com/office/drawing/2014/main" id="{1C219990-1C00-47A2-A73F-A6D3A64CA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7094" y="1231415"/>
            <a:ext cx="4401655" cy="440165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6AEB74-0BFC-22DB-E21C-F565A3D6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7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2F9C2-FD3C-EB73-B078-5CE87E00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Learning</a:t>
            </a:r>
            <a:endParaRPr kumimoji="1" lang="ko-KR" altLang="en-US" dirty="0"/>
          </a:p>
        </p:txBody>
      </p:sp>
      <p:graphicFrame>
        <p:nvGraphicFramePr>
          <p:cNvPr id="7" name="내용 개체 틀 2">
            <a:extLst>
              <a:ext uri="{FF2B5EF4-FFF2-40B4-BE49-F238E27FC236}">
                <a16:creationId xmlns:a16="http://schemas.microsoft.com/office/drawing/2014/main" id="{115FF949-4DE6-A959-9FBC-9E098A57C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0951049"/>
              </p:ext>
            </p:extLst>
          </p:nvPr>
        </p:nvGraphicFramePr>
        <p:xfrm>
          <a:off x="691078" y="2340131"/>
          <a:ext cx="11196121" cy="4171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474279-53B6-9524-254A-48A78BF3E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7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5" name="Rectangle 2056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2096" name="Freeform: Shape 2058">
            <a:extLst>
              <a:ext uri="{FF2B5EF4-FFF2-40B4-BE49-F238E27FC236}">
                <a16:creationId xmlns:a16="http://schemas.microsoft.com/office/drawing/2014/main" id="{E176DC30-5F54-423B-AF50-738BEABE7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490555" y="162759"/>
            <a:ext cx="6857996" cy="6532473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4675998B-83F9-4DD6-A181-01CC6390E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062" name="Straight Connector 2061">
              <a:extLst>
                <a:ext uri="{FF2B5EF4-FFF2-40B4-BE49-F238E27FC236}">
                  <a16:creationId xmlns:a16="http://schemas.microsoft.com/office/drawing/2014/main" id="{7203DA02-DFF0-43DA-97F8-713359A5E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D7DB5F66-3FA1-4342-A884-49FFC898B0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F62E1DE4-95C3-4648-880D-D5F16DA5B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5" name="Straight Connector 2064">
              <a:extLst>
                <a:ext uri="{FF2B5EF4-FFF2-40B4-BE49-F238E27FC236}">
                  <a16:creationId xmlns:a16="http://schemas.microsoft.com/office/drawing/2014/main" id="{2F0DE976-09C7-468E-88D4-E653C3B9A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146834F4-CE01-4256-A71F-E9622367B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2066">
              <a:extLst>
                <a:ext uri="{FF2B5EF4-FFF2-40B4-BE49-F238E27FC236}">
                  <a16:creationId xmlns:a16="http://schemas.microsoft.com/office/drawing/2014/main" id="{B24B1666-CD3C-4141-91C0-782A8C0A7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8BEB9DED-5756-4349-86C4-BB40C843E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3E66CDAA-2393-4E50-88AE-4B6DE356D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D52ED3B2-4AF6-4D71-AFE0-E628195BE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38F8274F-6455-416D-9E21-09DCC607D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5A4FC2BA-35B4-4272-AE27-2EA963B9C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2072">
              <a:extLst>
                <a:ext uri="{FF2B5EF4-FFF2-40B4-BE49-F238E27FC236}">
                  <a16:creationId xmlns:a16="http://schemas.microsoft.com/office/drawing/2014/main" id="{3075E2C7-38CF-4C4C-BA60-8EBC4C59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3A41EEBD-A69D-4000-B18A-0FF9079FF4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5D674DC2-DB19-4D12-A7CC-A19B45A57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ACE37544-AEB0-4C32-9AB4-FD8868FBB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4A4D92EE-9609-4B42-A0C2-EE8B291A2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014BE4F6-D0F0-4D05-BADF-7BAB738853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82022A48-AB28-42C0-99AA-84E9E942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0" name="Straight Connector 2079">
              <a:extLst>
                <a:ext uri="{FF2B5EF4-FFF2-40B4-BE49-F238E27FC236}">
                  <a16:creationId xmlns:a16="http://schemas.microsoft.com/office/drawing/2014/main" id="{1BE1212E-2DDC-41F9-817C-2B0AF529E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2EAC07E3-6FB7-48B5-9418-5D58EC897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2C112200-C0E8-4E4F-B475-BB0C5619B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9BA45913-5C20-4A2E-9401-B69D433BA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253BFA98-23F1-401A-B615-F706954A4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99EE95EF-D097-47D9-98DF-5BA037C49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2085">
              <a:extLst>
                <a:ext uri="{FF2B5EF4-FFF2-40B4-BE49-F238E27FC236}">
                  <a16:creationId xmlns:a16="http://schemas.microsoft.com/office/drawing/2014/main" id="{72E5EAA5-1BC5-4C85-85D9-F7BA73476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38F5AAC3-E106-4C3A-986B-23C44A9B1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3EC6582A-5366-4B33-8D40-2B474D8B5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Straight Connector 2088">
              <a:extLst>
                <a:ext uri="{FF2B5EF4-FFF2-40B4-BE49-F238E27FC236}">
                  <a16:creationId xmlns:a16="http://schemas.microsoft.com/office/drawing/2014/main" id="{8A25249E-2F40-425D-A7F1-B7E55EF53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A13EC936-5CFC-4FE5-BCA8-59B3A2EF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FCDE7F7A-C490-430C-876F-0349FC8BF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1">
              <a:extLst>
                <a:ext uri="{FF2B5EF4-FFF2-40B4-BE49-F238E27FC236}">
                  <a16:creationId xmlns:a16="http://schemas.microsoft.com/office/drawing/2014/main" id="{CD686B4E-119A-4F4A-9392-1F9CFE3BE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4" name="Right Triangle 2093">
            <a:extLst>
              <a:ext uri="{FF2B5EF4-FFF2-40B4-BE49-F238E27FC236}">
                <a16:creationId xmlns:a16="http://schemas.microsoft.com/office/drawing/2014/main" id="{F3730C34-30B8-42E4-824D-F095747C4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5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8A11206-703E-0041-53B8-14A5833A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5398648" cy="1878413"/>
          </a:xfrm>
        </p:spPr>
        <p:txBody>
          <a:bodyPr>
            <a:normAutofit/>
          </a:bodyPr>
          <a:lstStyle/>
          <a:p>
            <a:r>
              <a:rPr kumimoji="1" lang="en" altLang="ko-KR"/>
              <a:t>A Model of a Neuron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770C0D-ECEB-EED8-9B08-86D6972B3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883005"/>
            <a:ext cx="4539671" cy="3260398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" altLang="ko-KR" sz="1700" dirty="0"/>
              <a:t>The human brain is composed of neural cells, each featuring multiple inputs (axons) and an output (dendrite)</a:t>
            </a:r>
          </a:p>
          <a:p>
            <a:pPr>
              <a:lnSpc>
                <a:spcPct val="104000"/>
              </a:lnSpc>
            </a:pPr>
            <a:r>
              <a:rPr kumimoji="1" lang="en" altLang="ko-KR" sz="1700" dirty="0"/>
              <a:t>Axons and dendrites conduct electrical signals, facilitating communication within the brain</a:t>
            </a:r>
          </a:p>
          <a:p>
            <a:pPr>
              <a:lnSpc>
                <a:spcPct val="104000"/>
              </a:lnSpc>
            </a:pPr>
            <a:r>
              <a:rPr kumimoji="1" lang="en" altLang="ko-KR" sz="1700" dirty="0"/>
              <a:t>The connections between axons and dendrites can have varying degrees of conductivity, which are regulated by substances called </a:t>
            </a:r>
            <a:r>
              <a:rPr kumimoji="1" lang="en" altLang="ko-KR" sz="1700" dirty="0" err="1"/>
              <a:t>neuromediators</a:t>
            </a:r>
            <a:endParaRPr kumimoji="1" lang="ko-KR" altLang="en-US" sz="1700" dirty="0"/>
          </a:p>
        </p:txBody>
      </p:sp>
      <p:pic>
        <p:nvPicPr>
          <p:cNvPr id="2052" name="Picture 4" descr="Model of a Neuron">
            <a:extLst>
              <a:ext uri="{FF2B5EF4-FFF2-40B4-BE49-F238E27FC236}">
                <a16:creationId xmlns:a16="http://schemas.microsoft.com/office/drawing/2014/main" id="{9BB5BFE5-A21D-DA36-5C99-A26EA6F1C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73119" y="188856"/>
            <a:ext cx="4105168" cy="263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odel of a Neuron">
            <a:extLst>
              <a:ext uri="{FF2B5EF4-FFF2-40B4-BE49-F238E27FC236}">
                <a16:creationId xmlns:a16="http://schemas.microsoft.com/office/drawing/2014/main" id="{5ED85260-2483-6B4D-37AE-739DD4B82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9841" y="3507853"/>
            <a:ext cx="4392584" cy="263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A24749-936F-FC8D-E09A-851A1FCE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4D57A-342E-63BD-0299-CEFE922152FE}"/>
              </a:ext>
            </a:extLst>
          </p:cNvPr>
          <p:cNvSpPr txBox="1"/>
          <p:nvPr/>
        </p:nvSpPr>
        <p:spPr>
          <a:xfrm>
            <a:off x="7010215" y="6195858"/>
            <a:ext cx="4273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https</a:t>
            </a:r>
            <a:r>
              <a:rPr lang="ko-KR" altLang="en-US" sz="1000" dirty="0"/>
              <a:t>://</a:t>
            </a:r>
            <a:r>
              <a:rPr lang="ko-KR" altLang="en-US" sz="1000" dirty="0" err="1"/>
              <a:t>github.com</a:t>
            </a:r>
            <a:r>
              <a:rPr lang="ko-KR" altLang="en-US" sz="1000" dirty="0"/>
              <a:t>/</a:t>
            </a:r>
            <a:r>
              <a:rPr lang="en-US" altLang="ko-KR" sz="1000" dirty="0" err="1"/>
              <a:t>microsoft</a:t>
            </a:r>
            <a:r>
              <a:rPr lang="ko-KR" altLang="en-US" sz="1000" dirty="0"/>
              <a:t>AI-</a:t>
            </a:r>
            <a:r>
              <a:rPr lang="ko-KR" altLang="en-US" sz="1000" dirty="0" err="1"/>
              <a:t>For</a:t>
            </a:r>
            <a:r>
              <a:rPr lang="ko-KR" altLang="en-US" sz="1000" dirty="0"/>
              <a:t>-</a:t>
            </a:r>
            <a:r>
              <a:rPr lang="ko-KR" altLang="en-US" sz="1000" dirty="0" err="1"/>
              <a:t>Beginners</a:t>
            </a:r>
            <a:r>
              <a:rPr lang="ko-KR" altLang="en-US" sz="1000" dirty="0"/>
              <a:t>/</a:t>
            </a:r>
            <a:r>
              <a:rPr lang="ko-KR" altLang="en-US" sz="1000" dirty="0" err="1"/>
              <a:t>blob</a:t>
            </a:r>
            <a:r>
              <a:rPr lang="ko-KR" altLang="en-US" sz="1000" dirty="0"/>
              <a:t>/</a:t>
            </a:r>
            <a:r>
              <a:rPr lang="ko-KR" altLang="en-US" sz="1000" dirty="0" err="1"/>
              <a:t>main</a:t>
            </a:r>
            <a:r>
              <a:rPr lang="ko-KR" altLang="en-US" sz="1000" dirty="0"/>
              <a:t>/</a:t>
            </a:r>
            <a:r>
              <a:rPr lang="ko-KR" altLang="en-US" sz="1000" dirty="0" err="1"/>
              <a:t>lessons</a:t>
            </a:r>
            <a:r>
              <a:rPr lang="ko-KR" altLang="en-US" sz="1000" dirty="0"/>
              <a:t>/3-NeuralNetworks/</a:t>
            </a:r>
            <a:r>
              <a:rPr lang="ko-KR" altLang="en-US" sz="1000" dirty="0" err="1"/>
              <a:t>images</a:t>
            </a:r>
            <a:r>
              <a:rPr lang="ko-KR" altLang="en-US" sz="1000" dirty="0"/>
              <a:t>/</a:t>
            </a:r>
            <a:r>
              <a:rPr lang="ko-KR" altLang="en-US" sz="1000" dirty="0" err="1"/>
              <a:t>synapse-wikipedia.jpg</a:t>
            </a:r>
            <a:endParaRPr lang="ko-KR" alt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906DC-1E6C-4FE8-E8AC-C1153C96CF3B}"/>
              </a:ext>
            </a:extLst>
          </p:cNvPr>
          <p:cNvSpPr txBox="1"/>
          <p:nvPr/>
        </p:nvSpPr>
        <p:spPr>
          <a:xfrm>
            <a:off x="7020331" y="2906109"/>
            <a:ext cx="43163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https</a:t>
            </a:r>
            <a:r>
              <a:rPr lang="ko-KR" altLang="en-US" sz="1000" dirty="0"/>
              <a:t>://</a:t>
            </a:r>
            <a:r>
              <a:rPr lang="ko-KR" altLang="en-US" sz="1000" dirty="0" err="1"/>
              <a:t>github.com</a:t>
            </a:r>
            <a:r>
              <a:rPr lang="ko-KR" altLang="en-US" sz="1000" dirty="0"/>
              <a:t>/</a:t>
            </a:r>
            <a:r>
              <a:rPr lang="en-US" altLang="ko-KR" sz="1000" dirty="0" err="1"/>
              <a:t>microsoft</a:t>
            </a:r>
            <a:r>
              <a:rPr lang="ko-KR" altLang="en-US" sz="1000" dirty="0"/>
              <a:t>/AI-</a:t>
            </a:r>
            <a:r>
              <a:rPr lang="ko-KR" altLang="en-US" sz="1000" dirty="0" err="1"/>
              <a:t>For</a:t>
            </a:r>
            <a:r>
              <a:rPr lang="ko-KR" altLang="en-US" sz="1000" dirty="0"/>
              <a:t>-</a:t>
            </a:r>
            <a:r>
              <a:rPr lang="ko-KR" altLang="en-US" sz="1000" dirty="0" err="1"/>
              <a:t>Beginners</a:t>
            </a:r>
            <a:r>
              <a:rPr lang="ko-KR" altLang="en-US" sz="1000" dirty="0"/>
              <a:t>/</a:t>
            </a:r>
            <a:r>
              <a:rPr lang="ko-KR" altLang="en-US" sz="1000" dirty="0" err="1"/>
              <a:t>blob</a:t>
            </a:r>
            <a:r>
              <a:rPr lang="ko-KR" altLang="en-US" sz="1000" dirty="0"/>
              <a:t>/</a:t>
            </a:r>
            <a:r>
              <a:rPr lang="ko-KR" altLang="en-US" sz="1000" dirty="0" err="1"/>
              <a:t>main</a:t>
            </a:r>
            <a:r>
              <a:rPr lang="ko-KR" altLang="en-US" sz="1000" dirty="0"/>
              <a:t>/</a:t>
            </a:r>
            <a:r>
              <a:rPr lang="ko-KR" altLang="en-US" sz="1000" dirty="0" err="1"/>
              <a:t>lessons</a:t>
            </a:r>
            <a:r>
              <a:rPr lang="ko-KR" altLang="en-US" sz="1000" dirty="0"/>
              <a:t>/3-NeuralNetworks/</a:t>
            </a:r>
            <a:r>
              <a:rPr lang="ko-KR" altLang="en-US" sz="1000" dirty="0" err="1"/>
              <a:t>images</a:t>
            </a:r>
            <a:r>
              <a:rPr lang="ko-KR" altLang="en-US" sz="1000" dirty="0"/>
              <a:t>/</a:t>
            </a:r>
            <a:r>
              <a:rPr lang="ko-KR" altLang="en-US" sz="1000" dirty="0" err="1"/>
              <a:t>artneuron.png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76455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C15A19D0-2BD2-47E7-A51B-B8083A14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082" name="Straight Connector 3081">
              <a:extLst>
                <a:ext uri="{FF2B5EF4-FFF2-40B4-BE49-F238E27FC236}">
                  <a16:creationId xmlns:a16="http://schemas.microsoft.com/office/drawing/2014/main" id="{F6641F14-42D8-42E0-8B56-FC0A08EB2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3" name="Straight Connector 3082">
              <a:extLst>
                <a:ext uri="{FF2B5EF4-FFF2-40B4-BE49-F238E27FC236}">
                  <a16:creationId xmlns:a16="http://schemas.microsoft.com/office/drawing/2014/main" id="{3F3FEF18-8973-49F1-B984-81E630730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4" name="Straight Connector 3083">
              <a:extLst>
                <a:ext uri="{FF2B5EF4-FFF2-40B4-BE49-F238E27FC236}">
                  <a16:creationId xmlns:a16="http://schemas.microsoft.com/office/drawing/2014/main" id="{28FEE187-7ECD-4C55-BE26-0DA3DDE0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5" name="Straight Connector 3084">
              <a:extLst>
                <a:ext uri="{FF2B5EF4-FFF2-40B4-BE49-F238E27FC236}">
                  <a16:creationId xmlns:a16="http://schemas.microsoft.com/office/drawing/2014/main" id="{38708818-667C-4218-8552-2975EB004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6" name="Straight Connector 3085">
              <a:extLst>
                <a:ext uri="{FF2B5EF4-FFF2-40B4-BE49-F238E27FC236}">
                  <a16:creationId xmlns:a16="http://schemas.microsoft.com/office/drawing/2014/main" id="{2FA1A626-67CE-4E24-974F-C432A21D1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7" name="Straight Connector 3086">
              <a:extLst>
                <a:ext uri="{FF2B5EF4-FFF2-40B4-BE49-F238E27FC236}">
                  <a16:creationId xmlns:a16="http://schemas.microsoft.com/office/drawing/2014/main" id="{70029D28-01D8-4EB8-B30C-79D6F14E6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8" name="Straight Connector 3087">
              <a:extLst>
                <a:ext uri="{FF2B5EF4-FFF2-40B4-BE49-F238E27FC236}">
                  <a16:creationId xmlns:a16="http://schemas.microsoft.com/office/drawing/2014/main" id="{124E501C-EBFD-4E76-8F7F-9EFA76EFF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9" name="Straight Connector 3088">
              <a:extLst>
                <a:ext uri="{FF2B5EF4-FFF2-40B4-BE49-F238E27FC236}">
                  <a16:creationId xmlns:a16="http://schemas.microsoft.com/office/drawing/2014/main" id="{404596B9-52A8-4717-8158-2204F86D9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0" name="Straight Connector 3089">
              <a:extLst>
                <a:ext uri="{FF2B5EF4-FFF2-40B4-BE49-F238E27FC236}">
                  <a16:creationId xmlns:a16="http://schemas.microsoft.com/office/drawing/2014/main" id="{F1EC080A-A9BB-467A-92A9-D597436B7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1" name="Straight Connector 3090">
              <a:extLst>
                <a:ext uri="{FF2B5EF4-FFF2-40B4-BE49-F238E27FC236}">
                  <a16:creationId xmlns:a16="http://schemas.microsoft.com/office/drawing/2014/main" id="{F65DD030-3FCC-4380-B680-8E171845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2" name="Straight Connector 3091">
              <a:extLst>
                <a:ext uri="{FF2B5EF4-FFF2-40B4-BE49-F238E27FC236}">
                  <a16:creationId xmlns:a16="http://schemas.microsoft.com/office/drawing/2014/main" id="{F015E10D-03D4-4A67-8377-5B0A55F3D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3" name="Straight Connector 3092">
              <a:extLst>
                <a:ext uri="{FF2B5EF4-FFF2-40B4-BE49-F238E27FC236}">
                  <a16:creationId xmlns:a16="http://schemas.microsoft.com/office/drawing/2014/main" id="{2DB96670-ACA9-42B6-87A2-E4119998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4" name="Straight Connector 3093">
              <a:extLst>
                <a:ext uri="{FF2B5EF4-FFF2-40B4-BE49-F238E27FC236}">
                  <a16:creationId xmlns:a16="http://schemas.microsoft.com/office/drawing/2014/main" id="{A2BC8247-310E-48D0-9CEF-43BC6E41A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5" name="Straight Connector 3094">
              <a:extLst>
                <a:ext uri="{FF2B5EF4-FFF2-40B4-BE49-F238E27FC236}">
                  <a16:creationId xmlns:a16="http://schemas.microsoft.com/office/drawing/2014/main" id="{32F09D0F-F86F-4AA5-AB1D-AAB1E5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6" name="Straight Connector 3095">
              <a:extLst>
                <a:ext uri="{FF2B5EF4-FFF2-40B4-BE49-F238E27FC236}">
                  <a16:creationId xmlns:a16="http://schemas.microsoft.com/office/drawing/2014/main" id="{09569AF0-6598-4FCC-803D-B3C3DE03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7" name="Straight Connector 3096">
              <a:extLst>
                <a:ext uri="{FF2B5EF4-FFF2-40B4-BE49-F238E27FC236}">
                  <a16:creationId xmlns:a16="http://schemas.microsoft.com/office/drawing/2014/main" id="{91B68A9D-7921-44B8-8464-E36F028EE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8" name="Straight Connector 3097">
              <a:extLst>
                <a:ext uri="{FF2B5EF4-FFF2-40B4-BE49-F238E27FC236}">
                  <a16:creationId xmlns:a16="http://schemas.microsoft.com/office/drawing/2014/main" id="{F68EB3D7-2443-4764-9991-B691C090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9" name="Straight Connector 3098">
              <a:extLst>
                <a:ext uri="{FF2B5EF4-FFF2-40B4-BE49-F238E27FC236}">
                  <a16:creationId xmlns:a16="http://schemas.microsoft.com/office/drawing/2014/main" id="{DA6128C1-7748-441C-94E4-1874BB577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0" name="Straight Connector 3099">
              <a:extLst>
                <a:ext uri="{FF2B5EF4-FFF2-40B4-BE49-F238E27FC236}">
                  <a16:creationId xmlns:a16="http://schemas.microsoft.com/office/drawing/2014/main" id="{8276682F-0434-4D7E-B400-2DF99D969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1" name="Straight Connector 3100">
              <a:extLst>
                <a:ext uri="{FF2B5EF4-FFF2-40B4-BE49-F238E27FC236}">
                  <a16:creationId xmlns:a16="http://schemas.microsoft.com/office/drawing/2014/main" id="{1CD2F02B-2688-4DCD-9610-1C086528F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2" name="Straight Connector 3101">
              <a:extLst>
                <a:ext uri="{FF2B5EF4-FFF2-40B4-BE49-F238E27FC236}">
                  <a16:creationId xmlns:a16="http://schemas.microsoft.com/office/drawing/2014/main" id="{0BA0DA4B-915F-4A6D-8368-BE7B53E42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3" name="Straight Connector 3102">
              <a:extLst>
                <a:ext uri="{FF2B5EF4-FFF2-40B4-BE49-F238E27FC236}">
                  <a16:creationId xmlns:a16="http://schemas.microsoft.com/office/drawing/2014/main" id="{601711BC-8D96-4E1F-934B-9E382A617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4" name="Straight Connector 3103">
              <a:extLst>
                <a:ext uri="{FF2B5EF4-FFF2-40B4-BE49-F238E27FC236}">
                  <a16:creationId xmlns:a16="http://schemas.microsoft.com/office/drawing/2014/main" id="{4364551E-CB94-4200-809A-9E33122BA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5" name="Straight Connector 3104">
              <a:extLst>
                <a:ext uri="{FF2B5EF4-FFF2-40B4-BE49-F238E27FC236}">
                  <a16:creationId xmlns:a16="http://schemas.microsoft.com/office/drawing/2014/main" id="{464389BE-74F0-4F54-9DE0-2BCB33C7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6" name="Straight Connector 3105">
              <a:extLst>
                <a:ext uri="{FF2B5EF4-FFF2-40B4-BE49-F238E27FC236}">
                  <a16:creationId xmlns:a16="http://schemas.microsoft.com/office/drawing/2014/main" id="{26721F72-5343-46B1-AFC1-6DF4FF77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7" name="Straight Connector 3106">
              <a:extLst>
                <a:ext uri="{FF2B5EF4-FFF2-40B4-BE49-F238E27FC236}">
                  <a16:creationId xmlns:a16="http://schemas.microsoft.com/office/drawing/2014/main" id="{D4A528A6-14EE-4010-93CB-95F75CB96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8" name="Straight Connector 3107">
              <a:extLst>
                <a:ext uri="{FF2B5EF4-FFF2-40B4-BE49-F238E27FC236}">
                  <a16:creationId xmlns:a16="http://schemas.microsoft.com/office/drawing/2014/main" id="{9186140D-084D-4621-A556-65927AB44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9" name="Straight Connector 3108">
              <a:extLst>
                <a:ext uri="{FF2B5EF4-FFF2-40B4-BE49-F238E27FC236}">
                  <a16:creationId xmlns:a16="http://schemas.microsoft.com/office/drawing/2014/main" id="{A2049A17-7EE3-4BEF-B630-AD0AB020E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0" name="Straight Connector 3109">
              <a:extLst>
                <a:ext uri="{FF2B5EF4-FFF2-40B4-BE49-F238E27FC236}">
                  <a16:creationId xmlns:a16="http://schemas.microsoft.com/office/drawing/2014/main" id="{0223B596-7D86-4AF3-AE7E-A696FEF1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1" name="Straight Connector 3110">
              <a:extLst>
                <a:ext uri="{FF2B5EF4-FFF2-40B4-BE49-F238E27FC236}">
                  <a16:creationId xmlns:a16="http://schemas.microsoft.com/office/drawing/2014/main" id="{3F7FC8FA-C1DE-4F38-BCDA-464A54783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2" name="Straight Connector 3111">
              <a:extLst>
                <a:ext uri="{FF2B5EF4-FFF2-40B4-BE49-F238E27FC236}">
                  <a16:creationId xmlns:a16="http://schemas.microsoft.com/office/drawing/2014/main" id="{B5BEFE2E-F050-46F9-BAD0-939F37AA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14" name="Right Triangle 3113">
            <a:extLst>
              <a:ext uri="{FF2B5EF4-FFF2-40B4-BE49-F238E27FC236}">
                <a16:creationId xmlns:a16="http://schemas.microsoft.com/office/drawing/2014/main" id="{63D6C682-FD57-4DF7-854F-DD140E1E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151621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C9C7C2-CA3A-833C-BB6B-7C9BC44F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380515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Mathematical Model of a Neuron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48B5C0-B3A5-3C2F-C1F1-247A9A29C6B5}"/>
              </a:ext>
            </a:extLst>
          </p:cNvPr>
          <p:cNvSpPr>
            <a:spLocks/>
          </p:cNvSpPr>
          <p:nvPr/>
        </p:nvSpPr>
        <p:spPr>
          <a:xfrm>
            <a:off x="855022" y="2339974"/>
            <a:ext cx="10324996" cy="1923573"/>
          </a:xfrm>
          <a:prstGeom prst="rect">
            <a:avLst/>
          </a:prstGeom>
        </p:spPr>
        <p:txBody>
          <a:bodyPr/>
          <a:lstStyle/>
          <a:p>
            <a:pPr marL="688086" lvl="1" indent="-285750" defTabSz="402336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altLang="ko-KR" kern="1200" dirty="0">
                <a:solidFill>
                  <a:schemeClr val="tx1"/>
                </a:solidFill>
                <a:latin typeface="Söhne"/>
                <a:ea typeface="+mn-ea"/>
                <a:cs typeface="+mn-cs"/>
              </a:rPr>
              <a:t>Consists of several inputs </a:t>
            </a:r>
            <a:r>
              <a:rPr lang="en" altLang="ko-KR" i="1" kern="1200" dirty="0">
                <a:solidFill>
                  <a:schemeClr val="tx1"/>
                </a:solidFill>
                <a:latin typeface="KaTeX_Math"/>
                <a:ea typeface="+mn-ea"/>
                <a:cs typeface="+mn-cs"/>
              </a:rPr>
              <a:t>X</a:t>
            </a:r>
            <a:r>
              <a:rPr lang="en" altLang="ko-KR" kern="1200" dirty="0">
                <a:solidFill>
                  <a:schemeClr val="tx1"/>
                </a:solidFill>
                <a:latin typeface="KaTeX_Main"/>
                <a:ea typeface="+mn-ea"/>
                <a:cs typeface="+mn-cs"/>
              </a:rPr>
              <a:t>1​,…,</a:t>
            </a:r>
            <a:r>
              <a:rPr lang="en" altLang="ko-KR" i="1" kern="1200" dirty="0">
                <a:solidFill>
                  <a:schemeClr val="tx1"/>
                </a:solidFill>
                <a:latin typeface="KaTeX_Math"/>
                <a:ea typeface="+mn-ea"/>
                <a:cs typeface="+mn-cs"/>
              </a:rPr>
              <a:t>XN</a:t>
            </a:r>
            <a:r>
              <a:rPr lang="en" altLang="ko-KR" kern="1200" dirty="0">
                <a:solidFill>
                  <a:schemeClr val="tx1"/>
                </a:solidFill>
                <a:latin typeface="KaTeX_Main"/>
                <a:ea typeface="+mn-ea"/>
                <a:cs typeface="+mn-cs"/>
              </a:rPr>
              <a:t>​</a:t>
            </a:r>
            <a:r>
              <a:rPr lang="en" altLang="ko-KR" kern="1200" dirty="0">
                <a:solidFill>
                  <a:schemeClr val="tx1"/>
                </a:solidFill>
                <a:latin typeface="Söhne"/>
                <a:ea typeface="+mn-ea"/>
                <a:cs typeface="+mn-cs"/>
              </a:rPr>
              <a:t> and a single output </a:t>
            </a:r>
            <a:r>
              <a:rPr lang="en" altLang="ko-KR" i="1" kern="1200" dirty="0">
                <a:solidFill>
                  <a:schemeClr val="tx1"/>
                </a:solidFill>
                <a:latin typeface="KaTeX_Math"/>
                <a:ea typeface="+mn-ea"/>
                <a:cs typeface="+mn-cs"/>
              </a:rPr>
              <a:t>Y</a:t>
            </a:r>
            <a:r>
              <a:rPr lang="en" altLang="ko-KR" kern="1200" dirty="0">
                <a:solidFill>
                  <a:schemeClr val="tx1"/>
                </a:solidFill>
                <a:latin typeface="Söhne"/>
                <a:ea typeface="+mn-ea"/>
                <a:cs typeface="+mn-cs"/>
              </a:rPr>
              <a:t>, along with a series of weights </a:t>
            </a:r>
            <a:r>
              <a:rPr lang="en" altLang="ko-KR" i="1" kern="1200" dirty="0">
                <a:solidFill>
                  <a:schemeClr val="tx1"/>
                </a:solidFill>
                <a:latin typeface="KaTeX_Math"/>
                <a:ea typeface="+mn-ea"/>
                <a:cs typeface="+mn-cs"/>
              </a:rPr>
              <a:t>W</a:t>
            </a:r>
            <a:r>
              <a:rPr lang="en" altLang="ko-KR" kern="1200" dirty="0">
                <a:solidFill>
                  <a:schemeClr val="tx1"/>
                </a:solidFill>
                <a:latin typeface="KaTeX_Main"/>
                <a:ea typeface="+mn-ea"/>
                <a:cs typeface="+mn-cs"/>
              </a:rPr>
              <a:t>1​,…,</a:t>
            </a:r>
            <a:r>
              <a:rPr lang="en" altLang="ko-KR" i="1" kern="1200" dirty="0">
                <a:solidFill>
                  <a:schemeClr val="tx1"/>
                </a:solidFill>
                <a:latin typeface="KaTeX_Math"/>
                <a:ea typeface="+mn-ea"/>
                <a:cs typeface="+mn-cs"/>
              </a:rPr>
              <a:t>WN</a:t>
            </a:r>
            <a:r>
              <a:rPr lang="en" altLang="ko-KR" kern="1200" dirty="0">
                <a:solidFill>
                  <a:schemeClr val="tx1"/>
                </a:solidFill>
                <a:latin typeface="KaTeX_Main"/>
                <a:ea typeface="+mn-ea"/>
                <a:cs typeface="+mn-cs"/>
              </a:rPr>
              <a:t>​</a:t>
            </a:r>
            <a:r>
              <a:rPr lang="en" altLang="ko-KR" kern="1200" dirty="0">
                <a:solidFill>
                  <a:schemeClr val="tx1"/>
                </a:solidFill>
                <a:latin typeface="Söhne"/>
                <a:ea typeface="+mn-ea"/>
                <a:cs typeface="+mn-cs"/>
              </a:rPr>
              <a:t>.</a:t>
            </a:r>
          </a:p>
          <a:p>
            <a:pPr marL="688086" lvl="1" indent="-285750" defTabSz="402336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altLang="ko-KR" kern="1200" dirty="0">
                <a:solidFill>
                  <a:schemeClr val="tx1"/>
                </a:solidFill>
                <a:latin typeface="Söhne"/>
                <a:ea typeface="+mn-ea"/>
                <a:cs typeface="+mn-cs"/>
              </a:rPr>
              <a:t>The output </a:t>
            </a:r>
            <a:r>
              <a:rPr lang="en" altLang="ko-KR" i="1" kern="1200" dirty="0">
                <a:solidFill>
                  <a:schemeClr val="tx1"/>
                </a:solidFill>
                <a:latin typeface="KaTeX_Math"/>
                <a:ea typeface="+mn-ea"/>
                <a:cs typeface="+mn-cs"/>
              </a:rPr>
              <a:t>Y</a:t>
            </a:r>
            <a:r>
              <a:rPr lang="en" altLang="ko-KR" kern="1200" dirty="0">
                <a:solidFill>
                  <a:schemeClr val="tx1"/>
                </a:solidFill>
                <a:latin typeface="Söhne"/>
                <a:ea typeface="+mn-ea"/>
                <a:cs typeface="+mn-cs"/>
              </a:rPr>
              <a:t> is calculated using a formula that incorporates a non-linear activation function </a:t>
            </a:r>
            <a:r>
              <a:rPr lang="en" altLang="ko-KR" i="1" kern="1200" dirty="0">
                <a:solidFill>
                  <a:schemeClr val="tx1"/>
                </a:solidFill>
                <a:latin typeface="KaTeX_Math"/>
                <a:ea typeface="+mn-ea"/>
                <a:cs typeface="+mn-cs"/>
              </a:rPr>
              <a:t>f</a:t>
            </a:r>
            <a:r>
              <a:rPr lang="en" altLang="ko-KR" kern="1200" dirty="0">
                <a:solidFill>
                  <a:schemeClr val="tx1"/>
                </a:solidFill>
                <a:latin typeface="Söhne"/>
                <a:ea typeface="+mn-ea"/>
                <a:cs typeface="+mn-cs"/>
              </a:rPr>
              <a:t>, to simulate the neuron's response.</a:t>
            </a:r>
          </a:p>
          <a:p>
            <a:pPr marL="688086" lvl="1" indent="-285750" defTabSz="402336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altLang="ko-KR" kern="1200" dirty="0">
                <a:solidFill>
                  <a:schemeClr val="tx1"/>
                </a:solidFill>
                <a:latin typeface="Söhne"/>
                <a:ea typeface="+mn-ea"/>
                <a:cs typeface="+mn-cs"/>
              </a:rPr>
              <a:t>This description highlights the basic structure of an artificial neuron, mirroring the functionality of biological neurons by using inputs, weights, and a non-linear activation to process signals.</a:t>
            </a:r>
          </a:p>
          <a:p>
            <a:pPr>
              <a:spcAft>
                <a:spcPts val="600"/>
              </a:spcAft>
            </a:pPr>
            <a:endParaRPr kumimoji="1"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275F1-0B08-9DC6-4CC6-FC4D2B442E57}"/>
              </a:ext>
            </a:extLst>
          </p:cNvPr>
          <p:cNvSpPr>
            <a:spLocks/>
          </p:cNvSpPr>
          <p:nvPr/>
        </p:nvSpPr>
        <p:spPr>
          <a:xfrm>
            <a:off x="9984394" y="5771035"/>
            <a:ext cx="866809" cy="369268"/>
          </a:xfrm>
          <a:prstGeom prst="rect">
            <a:avLst/>
          </a:prstGeom>
        </p:spPr>
        <p:txBody>
          <a:bodyPr/>
          <a:lstStyle/>
          <a:p>
            <a:pPr defTabSz="402336">
              <a:spcAft>
                <a:spcPts val="600"/>
              </a:spcAft>
            </a:pPr>
            <a:fld id="{BE15108C-154A-4A5A-9C05-91A49A422BA7}" type="slidenum">
              <a:rPr lang="en-US" sz="158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402336"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3074" name="Picture 2" descr="Y = f\left(\sum_{i=1}^N X_iW_i\right)">
            <a:extLst>
              <a:ext uri="{FF2B5EF4-FFF2-40B4-BE49-F238E27FC236}">
                <a16:creationId xmlns:a16="http://schemas.microsoft.com/office/drawing/2014/main" id="{2A0D9E7A-85E2-2B39-0AED-F673C7D31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235" y="4471804"/>
            <a:ext cx="3707255" cy="1499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79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1030B6-6C96-36FA-6282-64AC44FA2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Perceptron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DB4FD7-2FF5-0B2A-ABBB-B4F140064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818396" cy="3791918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Early Neural Network Attempt by Frank Rosenblatt (1957)</a:t>
            </a:r>
          </a:p>
          <a:p>
            <a:pPr lvl="1"/>
            <a:r>
              <a:rPr kumimoji="1" lang="en" altLang="ko-KR" dirty="0"/>
              <a:t>Initiative: Frank Rosenblatt from Cornell Aeronautical Laboratory pioneered one of the initial attempts to create a modern neural network</a:t>
            </a:r>
          </a:p>
          <a:p>
            <a:pPr lvl="1"/>
            <a:r>
              <a:rPr kumimoji="1" lang="en" altLang="ko-KR" dirty="0"/>
              <a:t>Implementation: The project led to the creation of "Mark-1", a hardware-based system aimed at recognizing basic geometric shapes such as triangles, squares, and circles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23A1D5-AAC0-C165-495D-810A05FD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4098" name="Picture 2" descr="Frank Rosenblatt">
            <a:extLst>
              <a:ext uri="{FF2B5EF4-FFF2-40B4-BE49-F238E27FC236}">
                <a16:creationId xmlns:a16="http://schemas.microsoft.com/office/drawing/2014/main" id="{A1D8A116-D2A8-BD64-E3AB-8D8F818F5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002" y="565165"/>
            <a:ext cx="491490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1C7E1E-97C3-9D82-4513-CF753002E306}"/>
              </a:ext>
            </a:extLst>
          </p:cNvPr>
          <p:cNvSpPr txBox="1"/>
          <p:nvPr/>
        </p:nvSpPr>
        <p:spPr>
          <a:xfrm>
            <a:off x="6965086" y="6047805"/>
            <a:ext cx="47857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https</a:t>
            </a:r>
            <a:r>
              <a:rPr lang="ko-KR" altLang="en-US" sz="1100" dirty="0"/>
              <a:t>://</a:t>
            </a:r>
            <a:r>
              <a:rPr lang="ko-KR" altLang="en-US" sz="1100" dirty="0" err="1"/>
              <a:t>github.com</a:t>
            </a:r>
            <a:r>
              <a:rPr lang="ko-KR" altLang="en-US" sz="1100" dirty="0"/>
              <a:t>/</a:t>
            </a:r>
            <a:r>
              <a:rPr lang="en-US" altLang="ko-KR" sz="1100" dirty="0" err="1"/>
              <a:t>microsoft</a:t>
            </a:r>
            <a:r>
              <a:rPr lang="ko-KR" altLang="en-US" sz="1100" dirty="0"/>
              <a:t>/AI-</a:t>
            </a:r>
            <a:r>
              <a:rPr lang="ko-KR" altLang="en-US" sz="1100" dirty="0" err="1"/>
              <a:t>For</a:t>
            </a:r>
            <a:r>
              <a:rPr lang="ko-KR" altLang="en-US" sz="1100" dirty="0"/>
              <a:t>-</a:t>
            </a:r>
            <a:r>
              <a:rPr lang="ko-KR" altLang="en-US" sz="1100" dirty="0" err="1"/>
              <a:t>Beginners</a:t>
            </a:r>
            <a:r>
              <a:rPr lang="ko-KR" altLang="en-US" sz="1100" dirty="0"/>
              <a:t>/</a:t>
            </a:r>
            <a:r>
              <a:rPr lang="ko-KR" altLang="en-US" sz="1100" dirty="0" err="1"/>
              <a:t>blob</a:t>
            </a:r>
            <a:r>
              <a:rPr lang="ko-KR" altLang="en-US" sz="1100" dirty="0"/>
              <a:t>/</a:t>
            </a:r>
            <a:r>
              <a:rPr lang="ko-KR" altLang="en-US" sz="1100" dirty="0" err="1"/>
              <a:t>main</a:t>
            </a:r>
            <a:r>
              <a:rPr lang="ko-KR" altLang="en-US" sz="1100" dirty="0"/>
              <a:t>/</a:t>
            </a:r>
            <a:r>
              <a:rPr lang="ko-KR" altLang="en-US" sz="1100" dirty="0" err="1"/>
              <a:t>lessons</a:t>
            </a:r>
            <a:r>
              <a:rPr lang="ko-KR" altLang="en-US" sz="1100" dirty="0"/>
              <a:t>/3-NeuralNetworks/03-Perceptron/</a:t>
            </a:r>
            <a:r>
              <a:rPr lang="ko-KR" altLang="en-US" sz="1100" dirty="0" err="1"/>
              <a:t>images</a:t>
            </a:r>
            <a:r>
              <a:rPr lang="ko-KR" altLang="en-US" sz="1100" dirty="0"/>
              <a:t>/</a:t>
            </a:r>
            <a:r>
              <a:rPr lang="ko-KR" altLang="en-US" sz="1100" dirty="0" err="1"/>
              <a:t>Rosenblatt-wikipedia.jpg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2827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7E10AAF-30BD-A793-9A30-1F13C0AC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Perceptron (cont’d)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A85B07-CF00-A881-C56F-D06FA31D5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340130"/>
            <a:ext cx="6365539" cy="4343047"/>
          </a:xfrm>
        </p:spPr>
        <p:txBody>
          <a:bodyPr>
            <a:normAutofit lnSpcReduction="10000"/>
          </a:bodyPr>
          <a:lstStyle/>
          <a:p>
            <a:pPr>
              <a:lnSpc>
                <a:spcPct val="104000"/>
              </a:lnSpc>
            </a:pPr>
            <a:r>
              <a:rPr kumimoji="1" lang="en" altLang="ko-KR" sz="1600" dirty="0"/>
              <a:t>Design and Inputs:</a:t>
            </a:r>
          </a:p>
          <a:p>
            <a:pPr lvl="1">
              <a:lnSpc>
                <a:spcPct val="104000"/>
              </a:lnSpc>
            </a:pPr>
            <a:r>
              <a:rPr kumimoji="1" lang="en" altLang="ko-KR" sz="1600" dirty="0"/>
              <a:t>Utilized a 20x20 photocell array to represent input images, resulting in a neural network with 400 inputs</a:t>
            </a:r>
          </a:p>
          <a:p>
            <a:pPr lvl="1">
              <a:lnSpc>
                <a:spcPct val="104000"/>
              </a:lnSpc>
            </a:pPr>
            <a:r>
              <a:rPr kumimoji="1" lang="en" altLang="ko-KR" sz="1600" dirty="0"/>
              <a:t>The network was designed with a singular neuron, also referred to as a threshold logic unit, highlighting its simplicity</a:t>
            </a:r>
          </a:p>
          <a:p>
            <a:pPr>
              <a:lnSpc>
                <a:spcPct val="104000"/>
              </a:lnSpc>
            </a:pPr>
            <a:r>
              <a:rPr kumimoji="1" lang="en" altLang="ko-KR" sz="1600" dirty="0"/>
              <a:t>Output Mechanism: The system was capable of producing one binary output, signifying the recognition process's result</a:t>
            </a:r>
          </a:p>
          <a:p>
            <a:pPr>
              <a:lnSpc>
                <a:spcPct val="104000"/>
              </a:lnSpc>
            </a:pPr>
            <a:r>
              <a:rPr kumimoji="1" lang="en" altLang="ko-KR" sz="1600" dirty="0"/>
              <a:t>Adjustment and Training:</a:t>
            </a:r>
          </a:p>
          <a:p>
            <a:pPr lvl="1">
              <a:lnSpc>
                <a:spcPct val="104000"/>
              </a:lnSpc>
            </a:pPr>
            <a:r>
              <a:rPr kumimoji="1" lang="en" altLang="ko-KR" sz="1600" dirty="0"/>
              <a:t>Neural network weights functioned similarly to potentiometers, which are devices used to adjust a circuit's resistance manually</a:t>
            </a:r>
          </a:p>
          <a:p>
            <a:pPr lvl="1">
              <a:lnSpc>
                <a:spcPct val="104000"/>
              </a:lnSpc>
            </a:pPr>
            <a:r>
              <a:rPr kumimoji="1" lang="en" altLang="ko-KR" sz="1600" dirty="0"/>
              <a:t>These weights required manual tuning during the network's training phase, indicating a hands-on approach to learning and adjustment</a:t>
            </a:r>
            <a:endParaRPr kumimoji="1"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4739C5-E4FD-D94E-FB82-138D2EE4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DCF4793-8F8D-69D6-1E3F-22DF959C9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098" y="751801"/>
            <a:ext cx="39624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5993CC-0BC6-01A4-1733-72A88BC9CAB0}"/>
              </a:ext>
            </a:extLst>
          </p:cNvPr>
          <p:cNvSpPr txBox="1"/>
          <p:nvPr/>
        </p:nvSpPr>
        <p:spPr>
          <a:xfrm>
            <a:off x="7455131" y="5715223"/>
            <a:ext cx="4730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https</a:t>
            </a:r>
            <a:r>
              <a:rPr lang="ko-KR" altLang="en-US" sz="1000" dirty="0"/>
              <a:t>://</a:t>
            </a:r>
            <a:r>
              <a:rPr lang="ko-KR" altLang="en-US" sz="1000" dirty="0" err="1"/>
              <a:t>github.com</a:t>
            </a:r>
            <a:r>
              <a:rPr lang="ko-KR" altLang="en-US" sz="1000" dirty="0"/>
              <a:t>/</a:t>
            </a:r>
            <a:r>
              <a:rPr lang="en-US" altLang="ko-KR" sz="1000" dirty="0" err="1"/>
              <a:t>microsoft</a:t>
            </a:r>
            <a:r>
              <a:rPr lang="ko-KR" altLang="en-US" sz="1000" dirty="0"/>
              <a:t>/AI-</a:t>
            </a:r>
            <a:r>
              <a:rPr lang="ko-KR" altLang="en-US" sz="1000" dirty="0" err="1"/>
              <a:t>For</a:t>
            </a:r>
            <a:r>
              <a:rPr lang="ko-KR" altLang="en-US" sz="1000" dirty="0"/>
              <a:t>-</a:t>
            </a:r>
            <a:r>
              <a:rPr lang="ko-KR" altLang="en-US" sz="1000" dirty="0" err="1"/>
              <a:t>Beginners</a:t>
            </a:r>
            <a:r>
              <a:rPr lang="ko-KR" altLang="en-US" sz="1000" dirty="0"/>
              <a:t>/</a:t>
            </a:r>
            <a:r>
              <a:rPr lang="ko-KR" altLang="en-US" sz="1000" dirty="0" err="1"/>
              <a:t>blob</a:t>
            </a:r>
            <a:r>
              <a:rPr lang="ko-KR" altLang="en-US" sz="1000" dirty="0"/>
              <a:t>/</a:t>
            </a:r>
            <a:r>
              <a:rPr lang="ko-KR" altLang="en-US" sz="1000" dirty="0" err="1"/>
              <a:t>main</a:t>
            </a:r>
            <a:r>
              <a:rPr lang="ko-KR" altLang="en-US" sz="1000" dirty="0"/>
              <a:t>/</a:t>
            </a:r>
            <a:r>
              <a:rPr lang="ko-KR" altLang="en-US" sz="1000" dirty="0" err="1"/>
              <a:t>lessons</a:t>
            </a:r>
            <a:r>
              <a:rPr lang="ko-KR" altLang="en-US" sz="1000" dirty="0"/>
              <a:t>/3-NeuralNetworks/03-Perceptron/</a:t>
            </a:r>
            <a:r>
              <a:rPr lang="ko-KR" altLang="en-US" sz="1000" dirty="0" err="1"/>
              <a:t>images</a:t>
            </a:r>
            <a:r>
              <a:rPr lang="ko-KR" altLang="en-US" sz="1000" dirty="0"/>
              <a:t>/</a:t>
            </a:r>
            <a:r>
              <a:rPr lang="ko-KR" altLang="en-US" sz="1000" dirty="0" err="1"/>
              <a:t>Mark_I_perceptron_wikipedia.jpg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5691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0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BE4719-5B29-A13C-CA81-C5B526BC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3" y="721945"/>
            <a:ext cx="10611627" cy="1916619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Perceptron Model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3EAD5A-24DD-0000-8B69-7AD3FBEF0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7" y="2893475"/>
            <a:ext cx="5490481" cy="3789703"/>
          </a:xfrm>
        </p:spPr>
        <p:txBody>
          <a:bodyPr anchor="ctr"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" altLang="ko-KR" sz="1800" dirty="0"/>
              <a:t>Suppose we have N features in our model, in which case the input vector would be a vector of size N</a:t>
            </a:r>
          </a:p>
          <a:p>
            <a:pPr lvl="1">
              <a:lnSpc>
                <a:spcPct val="104000"/>
              </a:lnSpc>
              <a:buFont typeface="Wingdings" pitchFamily="2" charset="2"/>
              <a:buChar char="ü"/>
            </a:pPr>
            <a:r>
              <a:rPr kumimoji="1" lang="en" altLang="ko-KR" dirty="0"/>
              <a:t>A perceptron is a binary classification model, i.e. it can distinguish between two classes of input data</a:t>
            </a:r>
          </a:p>
          <a:p>
            <a:pPr lvl="1">
              <a:lnSpc>
                <a:spcPct val="104000"/>
              </a:lnSpc>
              <a:buFont typeface="Wingdings" pitchFamily="2" charset="2"/>
              <a:buChar char="ü"/>
            </a:pPr>
            <a:r>
              <a:rPr kumimoji="1" lang="en" altLang="ko-KR" dirty="0"/>
              <a:t>We will assume that for each input vector x the output of our perceptron would be either +1 or -1, depending on the class</a:t>
            </a:r>
          </a:p>
          <a:p>
            <a:pPr lvl="1">
              <a:lnSpc>
                <a:spcPct val="104000"/>
              </a:lnSpc>
              <a:buFont typeface="Wingdings" pitchFamily="2" charset="2"/>
              <a:buChar char="ü"/>
            </a:pPr>
            <a:r>
              <a:rPr kumimoji="1" lang="en" altLang="ko-KR" dirty="0"/>
              <a:t>The output will be computed using the formula:</a:t>
            </a:r>
            <a:endParaRPr kumimoji="1" lang="en" altLang="ko-KR" sz="1800" dirty="0"/>
          </a:p>
          <a:p>
            <a:pPr>
              <a:lnSpc>
                <a:spcPct val="104000"/>
              </a:lnSpc>
            </a:pPr>
            <a:endParaRPr kumimoji="1" lang="ko-KR" alt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FD5BC7-B1E0-F505-C6F6-6AE484BB94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5957" y="2678320"/>
            <a:ext cx="5411775" cy="272323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2ABFD0-9AD8-B997-2033-4C0CC410E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15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15A19D0-2BD2-47E7-A51B-B8083A14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6641F14-42D8-42E0-8B56-FC0A08EB2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3FEF18-8973-49F1-B984-81E630730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8FEE187-7ECD-4C55-BE26-0DA3DDE0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708818-667C-4218-8552-2975EB004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A1A626-67CE-4E24-974F-C432A21D1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0029D28-01D8-4EB8-B30C-79D6F14E6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24E501C-EBFD-4E76-8F7F-9EFA76EFF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04596B9-52A8-4717-8158-2204F86D9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1EC080A-A9BB-467A-92A9-D597436B7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DD030-3FCC-4380-B680-8E171845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015E10D-03D4-4A67-8377-5B0A55F3D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DB96670-ACA9-42B6-87A2-E4119998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2BC8247-310E-48D0-9CEF-43BC6E41A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2F09D0F-F86F-4AA5-AB1D-AAB1E5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569AF0-6598-4FCC-803D-B3C3DE03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1B68A9D-7921-44B8-8464-E36F028EE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68EB3D7-2443-4764-9991-B691C090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A6128C1-7748-441C-94E4-1874BB577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276682F-0434-4D7E-B400-2DF99D969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CD2F02B-2688-4DCD-9610-1C086528F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BA0DA4B-915F-4A6D-8368-BE7B53E42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01711BC-8D96-4E1F-934B-9E382A617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364551E-CB94-4200-809A-9E33122BA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64389BE-74F0-4F54-9DE0-2BCB33C7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6721F72-5343-46B1-AFC1-6DF4FF77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528A6-14EE-4010-93CB-95F75CB96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186140D-084D-4621-A556-65927AB44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2049A17-7EE3-4BEF-B630-AD0AB020E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223B596-7D86-4AF3-AE7E-A696FEF1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F7FC8FA-C1DE-4F38-BCDA-464A54783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5BEFE2E-F050-46F9-BAD0-939F37AA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63D6C682-FD57-4DF7-854F-DD140E1E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151621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E3AEB91-8B24-A88D-CB03-45953697E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380515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Training the Perceptron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C16EFF-7719-A932-E943-85527D9F7973}"/>
              </a:ext>
            </a:extLst>
          </p:cNvPr>
          <p:cNvSpPr>
            <a:spLocks/>
          </p:cNvSpPr>
          <p:nvPr/>
        </p:nvSpPr>
        <p:spPr>
          <a:xfrm>
            <a:off x="855022" y="2339974"/>
            <a:ext cx="10540565" cy="3155475"/>
          </a:xfrm>
          <a:prstGeom prst="rect">
            <a:avLst/>
          </a:prstGeom>
        </p:spPr>
        <p:txBody>
          <a:bodyPr/>
          <a:lstStyle/>
          <a:p>
            <a:pPr defTabSz="402336">
              <a:spcAft>
                <a:spcPts val="600"/>
              </a:spcAft>
            </a:pPr>
            <a:r>
              <a:rPr kumimoji="1" lang="en" altLang="ko-KR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train a perceptron we need to find a weights vector w that classifies most of the values correctly</a:t>
            </a:r>
          </a:p>
          <a:p>
            <a:pPr marL="402336" lvl="1" defTabSz="402336">
              <a:spcAft>
                <a:spcPts val="600"/>
              </a:spcAft>
              <a:buFont typeface="Wingdings" pitchFamily="2" charset="2"/>
              <a:buChar char="ü"/>
            </a:pPr>
            <a:r>
              <a:rPr kumimoji="1" lang="en" altLang="ko-KR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i.e. results in the smallest error</a:t>
            </a:r>
          </a:p>
          <a:p>
            <a:pPr marL="402336" lvl="1" defTabSz="402336">
              <a:spcAft>
                <a:spcPts val="600"/>
              </a:spcAft>
              <a:buFont typeface="Wingdings" pitchFamily="2" charset="2"/>
              <a:buChar char="ü"/>
            </a:pPr>
            <a:r>
              <a:rPr kumimoji="1" lang="en" altLang="ko-KR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error is defined by perceptron criterion in the following manner:</a:t>
            </a:r>
          </a:p>
          <a:p>
            <a:pPr defTabSz="402336">
              <a:spcAft>
                <a:spcPts val="600"/>
              </a:spcAft>
            </a:pPr>
            <a:endParaRPr kumimoji="1" lang="en" altLang="ko-KR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402336">
              <a:spcAft>
                <a:spcPts val="600"/>
              </a:spcAft>
            </a:pPr>
            <a:endParaRPr kumimoji="1" lang="en" altLang="ko-KR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402336">
              <a:spcAft>
                <a:spcPts val="600"/>
              </a:spcAft>
            </a:pPr>
            <a:endParaRPr kumimoji="1" lang="en" altLang="ko-KR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402336">
              <a:spcAft>
                <a:spcPts val="600"/>
              </a:spcAft>
            </a:pPr>
            <a:endParaRPr kumimoji="1" lang="en" altLang="ko-KR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02336" lvl="1" defTabSz="402336">
              <a:spcAft>
                <a:spcPts val="600"/>
              </a:spcAft>
              <a:buFont typeface="Wingdings" pitchFamily="2" charset="2"/>
              <a:buChar char="ü"/>
            </a:pPr>
            <a:r>
              <a:rPr kumimoji="1" lang="en" altLang="ko-KR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where:</a:t>
            </a:r>
          </a:p>
          <a:p>
            <a:pPr marL="804672" lvl="2" defTabSz="402336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" altLang="ko-KR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sum is taken on those training data points </a:t>
            </a:r>
            <a:r>
              <a:rPr kumimoji="1" lang="en" altLang="ko-KR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kumimoji="1" lang="en" altLang="ko-KR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that result in the wrong classification</a:t>
            </a:r>
          </a:p>
          <a:p>
            <a:pPr marL="804672" lvl="2" defTabSz="402336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" altLang="ko-KR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xi is the input data, and </a:t>
            </a:r>
            <a:r>
              <a:rPr kumimoji="1" lang="en" altLang="ko-KR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</a:t>
            </a:r>
            <a:r>
              <a:rPr kumimoji="1" lang="en" altLang="ko-KR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either -1 or +1 for negative and positive examples accordingly</a:t>
            </a:r>
            <a:endParaRPr kumimoji="1"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E54A65-BCB0-3494-222B-66AA7EC7224F}"/>
              </a:ext>
            </a:extLst>
          </p:cNvPr>
          <p:cNvSpPr>
            <a:spLocks/>
          </p:cNvSpPr>
          <p:nvPr/>
        </p:nvSpPr>
        <p:spPr>
          <a:xfrm>
            <a:off x="9984394" y="5771035"/>
            <a:ext cx="866809" cy="369268"/>
          </a:xfrm>
          <a:prstGeom prst="rect">
            <a:avLst/>
          </a:prstGeom>
        </p:spPr>
        <p:txBody>
          <a:bodyPr/>
          <a:lstStyle/>
          <a:p>
            <a:pPr defTabSz="402336">
              <a:spcAft>
                <a:spcPts val="600"/>
              </a:spcAft>
            </a:pPr>
            <a:fld id="{BE15108C-154A-4A5A-9C05-91A49A422BA7}" type="slidenum">
              <a:rPr lang="en-US" sz="158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402336"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5" name="그림 4" descr="폰트, 텍스트, 그래픽, 로고이(가) 표시된 사진&#10;&#10;자동 생성된 설명">
            <a:extLst>
              <a:ext uri="{FF2B5EF4-FFF2-40B4-BE49-F238E27FC236}">
                <a16:creationId xmlns:a16="http://schemas.microsoft.com/office/drawing/2014/main" id="{AB769AAE-B77F-74B3-61F9-250AD9F06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272" y="3917711"/>
            <a:ext cx="2592935" cy="76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88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8AB09-5A76-5794-E0FC-3FB90881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Training the Perceptron (cont’d)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DB5D16-95CE-AFB8-D9BC-ED0553B31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/>
              <a:t>This criteria is considered as a function of weights w, and we need to minimize it</a:t>
            </a:r>
          </a:p>
          <a:p>
            <a:pPr lvl="1">
              <a:buFont typeface="Wingdings" pitchFamily="2" charset="2"/>
              <a:buChar char="ü"/>
            </a:pPr>
            <a:r>
              <a:rPr kumimoji="1" lang="en" altLang="ko-KR" dirty="0"/>
              <a:t>Often, a method called gradient descent is used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kumimoji="1" lang="en" altLang="ko-KR" dirty="0"/>
              <a:t>in which we start with some initial weights w(0), and then at each step update the weights according to the formula:</a:t>
            </a:r>
          </a:p>
          <a:p>
            <a:pPr lvl="2"/>
            <a:endParaRPr kumimoji="1" lang="en" altLang="ko-KR" dirty="0"/>
          </a:p>
          <a:p>
            <a:pPr lvl="2"/>
            <a:endParaRPr kumimoji="1" lang="en" altLang="ko-KR" dirty="0"/>
          </a:p>
          <a:p>
            <a:pPr lvl="2"/>
            <a:endParaRPr kumimoji="1" lang="en" altLang="ko-KR" dirty="0"/>
          </a:p>
          <a:p>
            <a:pPr lvl="1">
              <a:buFont typeface="Wingdings" pitchFamily="2" charset="2"/>
              <a:buChar char="ü"/>
            </a:pPr>
            <a:r>
              <a:rPr lang="en" altLang="ko-KR" dirty="0">
                <a:solidFill>
                  <a:schemeClr val="tx1"/>
                </a:solidFill>
                <a:latin typeface="-apple-system"/>
              </a:rPr>
              <a:t>Here </a:t>
            </a:r>
            <a:r>
              <a:rPr lang="el-GR" altLang="ko-KR" b="0" i="0" dirty="0">
                <a:solidFill>
                  <a:schemeClr val="tx1"/>
                </a:solidFill>
                <a:effectLst/>
                <a:latin typeface="-apple-system"/>
              </a:rPr>
              <a:t>η </a:t>
            </a:r>
            <a:r>
              <a:rPr lang="en" altLang="ko-KR" b="0" i="0" dirty="0">
                <a:solidFill>
                  <a:schemeClr val="tx1"/>
                </a:solidFill>
                <a:effectLst/>
                <a:latin typeface="-apple-system"/>
              </a:rPr>
              <a:t>is the so-called </a:t>
            </a:r>
            <a:r>
              <a:rPr lang="en" altLang="ko-KR" b="1" i="0" dirty="0">
                <a:solidFill>
                  <a:schemeClr val="tx1"/>
                </a:solidFill>
                <a:effectLst/>
                <a:latin typeface="-apple-system"/>
              </a:rPr>
              <a:t>learning rate</a:t>
            </a:r>
            <a:r>
              <a:rPr lang="en" altLang="ko-KR" b="0" i="0" dirty="0">
                <a:solidFill>
                  <a:schemeClr val="tx1"/>
                </a:solidFill>
                <a:effectLst/>
                <a:latin typeface="-apple-system"/>
              </a:rPr>
              <a:t>, and ∇E(w) denotes the </a:t>
            </a:r>
            <a:r>
              <a:rPr lang="en" altLang="ko-KR" b="1" i="0" dirty="0">
                <a:solidFill>
                  <a:schemeClr val="tx1"/>
                </a:solidFill>
                <a:effectLst/>
                <a:latin typeface="-apple-system"/>
              </a:rPr>
              <a:t>gradient</a:t>
            </a:r>
            <a:r>
              <a:rPr lang="en" altLang="ko-KR" b="0" i="0" dirty="0">
                <a:solidFill>
                  <a:schemeClr val="tx1"/>
                </a:solidFill>
                <a:effectLst/>
                <a:latin typeface="-apple-system"/>
              </a:rPr>
              <a:t> of 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chemeClr val="tx1"/>
                </a:solidFill>
                <a:effectLst/>
                <a:latin typeface="-apple-system"/>
              </a:rPr>
              <a:t>After we calculate the gradient, we end up with</a:t>
            </a:r>
          </a:p>
          <a:p>
            <a:pPr marL="0" indent="0">
              <a:buNone/>
            </a:pPr>
            <a:br>
              <a:rPr lang="en" altLang="ko-KR" dirty="0"/>
            </a:br>
            <a:endParaRPr kumimoji="1" lang="en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9AED17-7A7A-5A2A-7D5D-6F03C9D0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F83036-291D-9340-002D-1131648F9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731" y="3882688"/>
            <a:ext cx="3725197" cy="7669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AD0E24-A4C3-5A36-9F4E-10DFB3DEC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730" y="5716996"/>
            <a:ext cx="3164759" cy="83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41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42C8A-FFF2-FF7B-7AF9-459147F1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Python code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2E03E-0760-FF26-EA68-B6D64B87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AB2A5A-C831-C616-B6D6-28404CABB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79" y="2168414"/>
            <a:ext cx="8218143" cy="438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95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5A19D0-2BD2-47E7-A51B-B8083A14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6641F14-42D8-42E0-8B56-FC0A08EB2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3FEF18-8973-49F1-B984-81E630730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FEE187-7ECD-4C55-BE26-0DA3DDE0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8708818-667C-4218-8552-2975EB004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FA1A626-67CE-4E24-974F-C432A21D1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0029D28-01D8-4EB8-B30C-79D6F14E6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24E501C-EBFD-4E76-8F7F-9EFA76EFF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04596B9-52A8-4717-8158-2204F86D9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1EC080A-A9BB-467A-92A9-D597436B7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65DD030-3FCC-4380-B680-8E171845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15E10D-03D4-4A67-8377-5B0A55F3D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DB96670-ACA9-42B6-87A2-E4119998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2BC8247-310E-48D0-9CEF-43BC6E41A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2F09D0F-F86F-4AA5-AB1D-AAB1E5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9569AF0-6598-4FCC-803D-B3C3DE03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1B68A9D-7921-44B8-8464-E36F028EE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68EB3D7-2443-4764-9991-B691C090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A6128C1-7748-441C-94E4-1874BB577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276682F-0434-4D7E-B400-2DF99D969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CD2F02B-2688-4DCD-9610-1C086528F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BA0DA4B-915F-4A6D-8368-BE7B53E42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01711BC-8D96-4E1F-934B-9E382A617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364551E-CB94-4200-809A-9E33122BA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64389BE-74F0-4F54-9DE0-2BCB33C7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6721F72-5343-46B1-AFC1-6DF4FF77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4A528A6-14EE-4010-93CB-95F75CB96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186140D-084D-4621-A556-65927AB44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2049A17-7EE3-4BEF-B630-AD0AB020E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23B596-7D86-4AF3-AE7E-A696FEF1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7FC8FA-C1DE-4F38-BCDA-464A54783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5BEFE2E-F050-46F9-BAD0-939F37AA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63D6C682-FD57-4DF7-854F-DD140E1E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151621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9E359B-2A66-6025-D77D-51B4E73A0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380515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-US" altLang="ko-KR" sz="3700"/>
              <a:t>Exercise:</a:t>
            </a:r>
            <a:br>
              <a:rPr kumimoji="1" lang="en-US" altLang="ko-KR" sz="3700"/>
            </a:br>
            <a:r>
              <a:rPr kumimoji="1" lang="en-US" altLang="ko-KR" sz="3700"/>
              <a:t>Multi-Class Classification with Perceptron</a:t>
            </a:r>
            <a:endParaRPr kumimoji="1" lang="ko-KR" altLang="en-US" sz="37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5E7646-6798-EE47-28D8-F328EE38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BF82E6B8-BC9B-A66D-5542-1E0DE887E1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1698892"/>
              </p:ext>
            </p:extLst>
          </p:nvPr>
        </p:nvGraphicFramePr>
        <p:xfrm>
          <a:off x="691079" y="2024394"/>
          <a:ext cx="10924777" cy="4293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B6BE97D-3069-CA0D-6579-9759E09D7E1E}"/>
              </a:ext>
            </a:extLst>
          </p:cNvPr>
          <p:cNvSpPr txBox="1"/>
          <p:nvPr/>
        </p:nvSpPr>
        <p:spPr>
          <a:xfrm>
            <a:off x="1061627" y="6432666"/>
            <a:ext cx="101569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https</a:t>
            </a:r>
            <a:r>
              <a:rPr lang="ko-KR" altLang="en-US" sz="1200" dirty="0"/>
              <a:t>://</a:t>
            </a:r>
            <a:r>
              <a:rPr lang="ko-KR" altLang="en-US" sz="1200" dirty="0" err="1"/>
              <a:t>github.com</a:t>
            </a:r>
            <a:r>
              <a:rPr lang="ko-KR" altLang="en-US" sz="1200" dirty="0"/>
              <a:t>/</a:t>
            </a:r>
            <a:r>
              <a:rPr lang="ko-KR" altLang="en-US" sz="1200" dirty="0" err="1"/>
              <a:t>microsoft</a:t>
            </a:r>
            <a:r>
              <a:rPr lang="ko-KR" altLang="en-US" sz="1200" dirty="0"/>
              <a:t>/AI-</a:t>
            </a:r>
            <a:r>
              <a:rPr lang="ko-KR" altLang="en-US" sz="1200" dirty="0" err="1"/>
              <a:t>For</a:t>
            </a:r>
            <a:r>
              <a:rPr lang="ko-KR" altLang="en-US" sz="1200" dirty="0"/>
              <a:t>-</a:t>
            </a:r>
            <a:r>
              <a:rPr lang="ko-KR" altLang="en-US" sz="1200" dirty="0" err="1"/>
              <a:t>Beginners</a:t>
            </a:r>
            <a:r>
              <a:rPr lang="ko-KR" altLang="en-US" sz="1200" dirty="0"/>
              <a:t>/</a:t>
            </a:r>
            <a:r>
              <a:rPr lang="ko-KR" altLang="en-US" sz="1200" dirty="0" err="1"/>
              <a:t>blob</a:t>
            </a:r>
            <a:r>
              <a:rPr lang="ko-KR" altLang="en-US" sz="1200" dirty="0"/>
              <a:t>/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/</a:t>
            </a:r>
            <a:r>
              <a:rPr lang="ko-KR" altLang="en-US" sz="1200" dirty="0" err="1"/>
              <a:t>lessons</a:t>
            </a:r>
            <a:r>
              <a:rPr lang="ko-KR" altLang="en-US" sz="1200" dirty="0"/>
              <a:t>/3-NeuralNetworks/03-Perceptron/</a:t>
            </a:r>
            <a:r>
              <a:rPr lang="ko-KR" altLang="en-US" sz="1200" dirty="0" err="1"/>
              <a:t>lab</a:t>
            </a:r>
            <a:r>
              <a:rPr lang="ko-KR" altLang="en-US" sz="1200" dirty="0"/>
              <a:t>/</a:t>
            </a:r>
            <a:r>
              <a:rPr lang="ko-KR" altLang="en-US" sz="1200" dirty="0" err="1"/>
              <a:t>PerceptronMultiClass.ipynb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62731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7757FA-E22B-4C03-A927-1E4B4A585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FA329A2-1D2A-4A62-A6AF-93B37310C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AAB6EEA-4329-4352-9BA3-1746A7111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DF1164F-7F9A-40C5-868D-082B3E0F1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DB572B4-ACB4-4026-BE9F-D3523A2C1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77DB227-A8B6-43DC-970A-925EED2E0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B6B9264-5A30-46E0-A2C1-636FB3D1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79B4D0-16B0-456E-8951-4042C78B2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43D00E3-B79B-41D6-9E66-07EC7E6C2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DD97DA3-F9CF-4985-A2BA-27DDD396C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0472B34-25FF-41FB-BF22-42D29C83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C6268AA-8DD1-4959-8136-0ECAAFD27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F744375-C310-46F7-AC26-C5A4BD827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6C08DB1-CFE5-4A9A-BCB2-C82F79C61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F10D3C0-7CBD-42BF-BC76-68A25F973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6DF561D-125D-4BA4-BEA8-D540A3EF8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6CE140-59C9-47C1-9BFD-E716943C4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D2421D5-FB16-43BB-BD72-57B6D115C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94B4B66-3D8B-4D67-B68A-5EE98A61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1CE3395-ADDA-44B4-B550-87AF22E18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6A7375E-9A29-4790-AA05-FC4DCC1AE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E67518D-21C7-4CDB-9A75-248EEAB43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13A36F7-9692-46D1-AA17-3036EBF75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04FE3BA-02A8-46F8-8C46-213885DB4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C8B1E1C-C236-410A-A75B-B5FED48E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FD8A655-CFAF-496E-82F7-4677B2100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B52CEB0-DF45-45EF-B19A-A15C1A17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D16414C-77DA-4C7E-8E62-862EAA940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C5789C5-251A-445C-8D17-18D36F8B5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BA0ACD3-25B4-4C98-B833-09426BA9C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C2EAAE7-E646-4A26-BA0E-A130ECE6A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4E911F-A532-42C7-B083-1E5BA8D71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1DEA6A44-CD60-4DFD-802B-A4F4BFCB7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20162" y="-2883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44CD316-659E-1329-DCA0-A707A40AD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440823"/>
            <a:ext cx="10794505" cy="2157066"/>
          </a:xfrm>
        </p:spPr>
        <p:txBody>
          <a:bodyPr>
            <a:normAutofit/>
          </a:bodyPr>
          <a:lstStyle/>
          <a:p>
            <a:pPr algn="ctr"/>
            <a:r>
              <a:rPr kumimoji="1" lang="en" altLang="ko-KR" dirty="0"/>
              <a:t>Multi-Layered Perceptron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3A1E2-1DD1-0436-0835-18C244F2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5930742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766E0177-2EF0-1E01-08D8-3DB75F1C4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114985"/>
              </p:ext>
            </p:extLst>
          </p:nvPr>
        </p:nvGraphicFramePr>
        <p:xfrm>
          <a:off x="690562" y="2499440"/>
          <a:ext cx="10840679" cy="3909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5658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D1FEA2-AFB3-4160-AD46-30A80729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4AF8D4-8E5C-4E3A-999F-1FE86654E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A8BE230-DCEC-4180-B5D3-EA65C4A34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034248-80AA-4C75-A898-0CBAF23E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7431FC-0100-44D0-999E-3EF9B361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1491DF-0796-4A80-B724-6CAAD85E5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3FFC75-C94A-4427-85D1-26F0028AC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0F1554D-792C-4554-B623-F99A47B1B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6371075-9273-4FF4-A45B-606B94306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44A38F-298C-477B-8764-0A32E50DD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78CA47-3A09-4651-B57D-690F14C78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CB69771-B806-4E29-834E-E0BBE273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27EE3C0-1B82-43F3-AF55-5D1D6FBF4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898DA7-BA6E-4B4C-8139-596D59F48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121E84-2FAA-4948-B3B3-F1FE69ED8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C2C1AC-3864-47AA-B22A-D350A3A04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DFADCA4-3AD3-4D6C-81B7-259F20359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D515CD-A4F0-4B0A-B6BB-11A2774FB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CB97DD1-8D17-426C-BC2A-B34FE5836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865967-B063-41EC-85BC-A5CF90367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C63DB2-5B99-42B5-9B7F-826B0BD8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B694AB-9FC1-4857-A6CD-1FEC6D183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2AE103-97D9-407D-BCE0-9FA475661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30AC9FC-9BF1-4F78-B0F9-4E024D0C6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C77E885-6F2C-4E94-88DF-7E6BEF98A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62840B5-21D6-4B05-802E-549F1A92A1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B21055F-E4D5-474F-B6C7-C44BC1244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C49B031-FD8F-422C-AA54-9FB482600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AF843B0-2A4F-4989-8B91-BDB7FECE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0BC5B75-FAF9-427D-BD65-D37C1BF97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0BFA052-2C6E-4F70-BF95-50DAC0649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DD7C7F8-6562-470D-B38E-21F56B2AB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6C7B2A1-F80D-4F4A-88E1-5FFB02B70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D0F0C968-11D3-DD5B-6CE2-87F72899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387118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Formalization of Machine Learning</a:t>
            </a:r>
            <a:endParaRPr kumimoji="1" lang="ko-KR" altLang="en-US" dirty="0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AA2BC59-928B-43C3-B9E7-D77D4F3E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5947" y="15162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C2A6D-28A0-256C-BFB0-A661C6BDE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548" y="2340129"/>
            <a:ext cx="8817702" cy="3836833"/>
          </a:xfrm>
        </p:spPr>
        <p:txBody>
          <a:bodyPr>
            <a:normAutofit/>
          </a:bodyPr>
          <a:lstStyle/>
          <a:p>
            <a:r>
              <a:rPr lang="en" altLang="ko-KR" b="0" i="0" dirty="0">
                <a:effectLst/>
                <a:latin typeface="-apple-system"/>
              </a:rPr>
              <a:t>Suppose we have a training dataset </a:t>
            </a:r>
            <a:r>
              <a:rPr lang="en" altLang="ko-KR" b="1" i="0" dirty="0">
                <a:effectLst/>
                <a:latin typeface="-apple-system"/>
              </a:rPr>
              <a:t>X</a:t>
            </a:r>
            <a:r>
              <a:rPr lang="en" altLang="ko-KR" b="0" i="0" dirty="0">
                <a:effectLst/>
                <a:latin typeface="-apple-system"/>
              </a:rPr>
              <a:t> with labels </a:t>
            </a:r>
            <a:r>
              <a:rPr lang="en" altLang="ko-KR" b="1" i="0" dirty="0">
                <a:effectLst/>
                <a:latin typeface="-apple-system"/>
              </a:rPr>
              <a:t>Y</a:t>
            </a:r>
            <a:r>
              <a:rPr lang="en" altLang="ko-KR" b="0" i="0" dirty="0">
                <a:effectLst/>
                <a:latin typeface="-apple-system"/>
              </a:rPr>
              <a:t>, and we need to build a model </a:t>
            </a:r>
            <a:r>
              <a:rPr lang="en" altLang="ko-KR" b="0" i="1" dirty="0">
                <a:effectLst/>
                <a:latin typeface="-apple-system"/>
              </a:rPr>
              <a:t>f</a:t>
            </a:r>
            <a:r>
              <a:rPr lang="en" altLang="ko-KR" b="0" i="0" dirty="0">
                <a:effectLst/>
                <a:latin typeface="-apple-system"/>
              </a:rPr>
              <a:t> that will make most accurate predictions</a:t>
            </a:r>
          </a:p>
          <a:p>
            <a:pPr lvl="1"/>
            <a:r>
              <a:rPr lang="en" altLang="ko-KR" sz="2000" b="0" i="0" dirty="0">
                <a:effectLst/>
                <a:latin typeface="-apple-system"/>
              </a:rPr>
              <a:t>The quality of predictions is measured by </a:t>
            </a:r>
            <a:r>
              <a:rPr lang="en" altLang="ko-KR" sz="2000" b="1" i="0" dirty="0">
                <a:effectLst/>
                <a:latin typeface="-apple-system"/>
              </a:rPr>
              <a:t>Loss function</a:t>
            </a:r>
            <a:r>
              <a:rPr lang="en" altLang="ko-KR" sz="2000" b="0" i="0" dirty="0">
                <a:effectLst/>
                <a:latin typeface="-apple-system"/>
              </a:rPr>
              <a:t> ℒ</a:t>
            </a:r>
          </a:p>
          <a:p>
            <a:pPr lvl="1"/>
            <a:r>
              <a:rPr lang="en" altLang="ko-KR" sz="2000" b="0" i="0" dirty="0">
                <a:effectLst/>
                <a:latin typeface="-apple-system"/>
              </a:rPr>
              <a:t>The following loss functions are often used: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" altLang="ko-KR" sz="2000" b="0" i="0" dirty="0">
                <a:effectLst/>
                <a:latin typeface="-apple-system"/>
              </a:rPr>
              <a:t>For regression problem, when we need to predict a number, we can use </a:t>
            </a:r>
            <a:r>
              <a:rPr lang="en" altLang="ko-KR" sz="2000" b="1" i="0" dirty="0">
                <a:effectLst/>
                <a:latin typeface="-apple-system"/>
              </a:rPr>
              <a:t>absolute error</a:t>
            </a:r>
            <a:r>
              <a:rPr lang="en" altLang="ko-KR" sz="2000" b="0" i="0" dirty="0">
                <a:effectLst/>
                <a:latin typeface="-apple-system"/>
              </a:rPr>
              <a:t> ∑</a:t>
            </a:r>
            <a:r>
              <a:rPr lang="en" altLang="ko-KR" sz="2000" b="0" i="0" baseline="-25000" dirty="0" err="1">
                <a:effectLst/>
                <a:latin typeface="-apple-system"/>
              </a:rPr>
              <a:t>i</a:t>
            </a:r>
            <a:r>
              <a:rPr lang="en" altLang="ko-KR" sz="2000" b="0" i="0" dirty="0" err="1">
                <a:effectLst/>
                <a:latin typeface="-apple-system"/>
              </a:rPr>
              <a:t>|f</a:t>
            </a:r>
            <a:r>
              <a:rPr lang="en" altLang="ko-KR" sz="2000" b="0" i="0" dirty="0">
                <a:effectLst/>
                <a:latin typeface="-apple-system"/>
              </a:rPr>
              <a:t>(x</a:t>
            </a:r>
            <a:r>
              <a:rPr lang="en" altLang="ko-KR" sz="2000" b="0" i="0" baseline="30000" dirty="0">
                <a:effectLst/>
                <a:latin typeface="-apple-system"/>
              </a:rPr>
              <a:t>(</a:t>
            </a:r>
            <a:r>
              <a:rPr lang="en" altLang="ko-KR" sz="2000" b="0" i="0" baseline="30000" dirty="0" err="1">
                <a:effectLst/>
                <a:latin typeface="-apple-system"/>
              </a:rPr>
              <a:t>i</a:t>
            </a:r>
            <a:r>
              <a:rPr lang="en" altLang="ko-KR" sz="2000" b="0" i="0" baseline="30000" dirty="0">
                <a:effectLst/>
                <a:latin typeface="-apple-system"/>
              </a:rPr>
              <a:t>)</a:t>
            </a:r>
            <a:r>
              <a:rPr lang="en" altLang="ko-KR" sz="2000" b="0" i="0" dirty="0">
                <a:effectLst/>
                <a:latin typeface="-apple-system"/>
              </a:rPr>
              <a:t>)-y</a:t>
            </a:r>
            <a:r>
              <a:rPr lang="en" altLang="ko-KR" sz="2000" b="0" i="0" baseline="30000" dirty="0">
                <a:effectLst/>
                <a:latin typeface="-apple-system"/>
              </a:rPr>
              <a:t>(</a:t>
            </a:r>
            <a:r>
              <a:rPr lang="en" altLang="ko-KR" sz="2000" b="0" i="0" baseline="30000" dirty="0" err="1">
                <a:effectLst/>
                <a:latin typeface="-apple-system"/>
              </a:rPr>
              <a:t>i</a:t>
            </a:r>
            <a:r>
              <a:rPr lang="en" altLang="ko-KR" sz="2000" b="0" i="0" baseline="30000" dirty="0">
                <a:effectLst/>
                <a:latin typeface="-apple-system"/>
              </a:rPr>
              <a:t>)</a:t>
            </a:r>
            <a:r>
              <a:rPr lang="en" altLang="ko-KR" sz="2000" b="0" i="0" dirty="0">
                <a:effectLst/>
                <a:latin typeface="-apple-system"/>
              </a:rPr>
              <a:t>|, or </a:t>
            </a:r>
            <a:r>
              <a:rPr lang="en" altLang="ko-KR" sz="2000" b="1" i="0" dirty="0">
                <a:effectLst/>
                <a:latin typeface="-apple-system"/>
              </a:rPr>
              <a:t>squared error</a:t>
            </a:r>
            <a:r>
              <a:rPr lang="en" altLang="ko-KR" sz="2000" b="0" i="0" dirty="0">
                <a:effectLst/>
                <a:latin typeface="-apple-system"/>
              </a:rPr>
              <a:t> ∑</a:t>
            </a:r>
            <a:r>
              <a:rPr lang="en" altLang="ko-KR" sz="2000" b="0" i="0" baseline="-25000" dirty="0" err="1">
                <a:effectLst/>
                <a:latin typeface="-apple-system"/>
              </a:rPr>
              <a:t>i</a:t>
            </a:r>
            <a:r>
              <a:rPr lang="en" altLang="ko-KR" sz="2000" b="0" i="0" dirty="0">
                <a:effectLst/>
                <a:latin typeface="-apple-system"/>
              </a:rPr>
              <a:t>(f(x</a:t>
            </a:r>
            <a:r>
              <a:rPr lang="en" altLang="ko-KR" sz="2000" b="0" i="0" baseline="30000" dirty="0">
                <a:effectLst/>
                <a:latin typeface="-apple-system"/>
              </a:rPr>
              <a:t>(</a:t>
            </a:r>
            <a:r>
              <a:rPr lang="en" altLang="ko-KR" sz="2000" b="0" i="0" baseline="30000" dirty="0" err="1">
                <a:effectLst/>
                <a:latin typeface="-apple-system"/>
              </a:rPr>
              <a:t>i</a:t>
            </a:r>
            <a:r>
              <a:rPr lang="en" altLang="ko-KR" sz="2000" b="0" i="0" baseline="30000" dirty="0">
                <a:effectLst/>
                <a:latin typeface="-apple-system"/>
              </a:rPr>
              <a:t>)</a:t>
            </a:r>
            <a:r>
              <a:rPr lang="en" altLang="ko-KR" sz="2000" b="0" i="0" dirty="0">
                <a:effectLst/>
                <a:latin typeface="-apple-system"/>
              </a:rPr>
              <a:t>)-y</a:t>
            </a:r>
            <a:r>
              <a:rPr lang="en" altLang="ko-KR" sz="2000" b="0" i="0" baseline="30000" dirty="0">
                <a:effectLst/>
                <a:latin typeface="-apple-system"/>
              </a:rPr>
              <a:t>(</a:t>
            </a:r>
            <a:r>
              <a:rPr lang="en" altLang="ko-KR" sz="2000" b="0" i="0" baseline="30000" dirty="0" err="1">
                <a:effectLst/>
                <a:latin typeface="-apple-system"/>
              </a:rPr>
              <a:t>i</a:t>
            </a:r>
            <a:r>
              <a:rPr lang="en" altLang="ko-KR" sz="2000" b="0" i="0" baseline="30000" dirty="0">
                <a:effectLst/>
                <a:latin typeface="-apple-system"/>
              </a:rPr>
              <a:t>)</a:t>
            </a:r>
            <a:r>
              <a:rPr lang="en" altLang="ko-KR" sz="2000" b="0" i="0" dirty="0">
                <a:effectLst/>
                <a:latin typeface="-apple-system"/>
              </a:rPr>
              <a:t>)</a:t>
            </a:r>
            <a:r>
              <a:rPr lang="en" altLang="ko-KR" sz="2000" b="0" i="0" baseline="30000" dirty="0">
                <a:effectLst/>
                <a:latin typeface="-apple-system"/>
              </a:rPr>
              <a:t>2</a:t>
            </a:r>
            <a:endParaRPr lang="en" altLang="ko-KR" sz="2000" b="0" i="0" dirty="0">
              <a:effectLst/>
              <a:latin typeface="-apple-system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" altLang="ko-KR" sz="2000" b="0" i="0" dirty="0">
                <a:effectLst/>
                <a:latin typeface="-apple-system"/>
              </a:rPr>
              <a:t>For classification, we use </a:t>
            </a:r>
            <a:r>
              <a:rPr lang="en" altLang="ko-KR" sz="2000" b="1" i="0" dirty="0">
                <a:effectLst/>
                <a:latin typeface="-apple-system"/>
              </a:rPr>
              <a:t>0-1 loss</a:t>
            </a:r>
            <a:r>
              <a:rPr lang="en" altLang="ko-KR" sz="2000" b="0" i="0" dirty="0">
                <a:effectLst/>
                <a:latin typeface="-apple-system"/>
              </a:rPr>
              <a:t> (which is essentially the same as </a:t>
            </a:r>
            <a:r>
              <a:rPr lang="en" altLang="ko-KR" sz="2000" b="1" i="0" dirty="0">
                <a:effectLst/>
                <a:latin typeface="-apple-system"/>
              </a:rPr>
              <a:t>accuracy</a:t>
            </a:r>
            <a:r>
              <a:rPr lang="en" altLang="ko-KR" sz="2000" b="0" i="0" dirty="0">
                <a:effectLst/>
                <a:latin typeface="-apple-system"/>
              </a:rPr>
              <a:t> of the model), or </a:t>
            </a:r>
            <a:r>
              <a:rPr lang="en" altLang="ko-KR" sz="2000" b="1" i="0" dirty="0">
                <a:effectLst/>
                <a:latin typeface="-apple-system"/>
              </a:rPr>
              <a:t>logistic loss</a:t>
            </a:r>
            <a:endParaRPr lang="en" altLang="ko-KR" sz="2000" b="0" i="0" dirty="0">
              <a:effectLst/>
              <a:latin typeface="-apple-system"/>
            </a:endParaRPr>
          </a:p>
          <a:p>
            <a:pPr lvl="1"/>
            <a:endParaRPr kumimoji="1" lang="ko-KR" altLang="en-US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AC46D5-4E52-004F-3E93-37F48CDAD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41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5A19D0-2BD2-47E7-A51B-B8083A14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6641F14-42D8-42E0-8B56-FC0A08EB2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3FEF18-8973-49F1-B984-81E630730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FEE187-7ECD-4C55-BE26-0DA3DDE0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8708818-667C-4218-8552-2975EB004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FA1A626-67CE-4E24-974F-C432A21D1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0029D28-01D8-4EB8-B30C-79D6F14E6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24E501C-EBFD-4E76-8F7F-9EFA76EFF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04596B9-52A8-4717-8158-2204F86D9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1EC080A-A9BB-467A-92A9-D597436B7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65DD030-3FCC-4380-B680-8E171845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15E10D-03D4-4A67-8377-5B0A55F3D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DB96670-ACA9-42B6-87A2-E4119998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2BC8247-310E-48D0-9CEF-43BC6E41A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2F09D0F-F86F-4AA5-AB1D-AAB1E5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9569AF0-6598-4FCC-803D-B3C3DE03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1B68A9D-7921-44B8-8464-E36F028EE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68EB3D7-2443-4764-9991-B691C090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A6128C1-7748-441C-94E4-1874BB577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276682F-0434-4D7E-B400-2DF99D969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CD2F02B-2688-4DCD-9610-1C086528F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BA0DA4B-915F-4A6D-8368-BE7B53E42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01711BC-8D96-4E1F-934B-9E382A617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364551E-CB94-4200-809A-9E33122BA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64389BE-74F0-4F54-9DE0-2BCB33C7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6721F72-5343-46B1-AFC1-6DF4FF77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4A528A6-14EE-4010-93CB-95F75CB96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186140D-084D-4621-A556-65927AB44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2049A17-7EE3-4BEF-B630-AD0AB020E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23B596-7D86-4AF3-AE7E-A696FEF1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7FC8FA-C1DE-4F38-BCDA-464A54783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5BEFE2E-F050-46F9-BAD0-939F37AA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63D6C682-FD57-4DF7-854F-DD140E1E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151621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F24259-9E02-F0D8-184C-E297B14D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71" y="39156"/>
            <a:ext cx="10325000" cy="1380515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" altLang="ko-KR" sz="3700"/>
              <a:t>Formalization of Machine Learning (cont’d)</a:t>
            </a:r>
            <a:endParaRPr kumimoji="1" lang="ko-KR" altLang="en-US" sz="37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16E2F1-F218-BD53-8A29-C6C3BCD4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52D0281E-6800-7E9A-FDD0-35511F0F2B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137699"/>
              </p:ext>
            </p:extLst>
          </p:nvPr>
        </p:nvGraphicFramePr>
        <p:xfrm>
          <a:off x="368444" y="1398516"/>
          <a:ext cx="11432287" cy="5425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9564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D1FEA2-AFB3-4160-AD46-30A80729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4AF8D4-8E5C-4E3A-999F-1FE86654E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A8BE230-DCEC-4180-B5D3-EA65C4A34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034248-80AA-4C75-A898-0CBAF23E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7431FC-0100-44D0-999E-3EF9B361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1491DF-0796-4A80-B724-6CAAD85E5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3FFC75-C94A-4427-85D1-26F0028AC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0F1554D-792C-4554-B623-F99A47B1B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6371075-9273-4FF4-A45B-606B94306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44A38F-298C-477B-8764-0A32E50DD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78CA47-3A09-4651-B57D-690F14C78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CB69771-B806-4E29-834E-E0BBE273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27EE3C0-1B82-43F3-AF55-5D1D6FBF4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898DA7-BA6E-4B4C-8139-596D59F48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121E84-2FAA-4948-B3B3-F1FE69ED8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C2C1AC-3864-47AA-B22A-D350A3A04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DFADCA4-3AD3-4D6C-81B7-259F20359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D515CD-A4F0-4B0A-B6BB-11A2774FB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CB97DD1-8D17-426C-BC2A-B34FE5836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865967-B063-41EC-85BC-A5CF90367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C63DB2-5B99-42B5-9B7F-826B0BD8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B694AB-9FC1-4857-A6CD-1FEC6D183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2AE103-97D9-407D-BCE0-9FA475661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30AC9FC-9BF1-4F78-B0F9-4E024D0C6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C77E885-6F2C-4E94-88DF-7E6BEF98A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62840B5-21D6-4B05-802E-549F1A92A1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B21055F-E4D5-474F-B6C7-C44BC1244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C49B031-FD8F-422C-AA54-9FB482600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AF843B0-2A4F-4989-8B91-BDB7FECE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0BC5B75-FAF9-427D-BD65-D37C1BF97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0BFA052-2C6E-4F70-BF95-50DAC0649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DD7C7F8-6562-470D-B38E-21F56B2AB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6C7B2A1-F80D-4F4A-88E1-5FFB02B70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9F6B7661-EFF6-25CF-FA34-6393FE11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387118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Gradient Descent Optimization</a:t>
            </a:r>
            <a:endParaRPr kumimoji="1" lang="ko-KR" altLang="en-US" dirty="0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AA2BC59-928B-43C3-B9E7-D77D4F3E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5947" y="15162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B4AF8-41CE-5720-BD82-DB1F0322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548" y="2340129"/>
            <a:ext cx="8817702" cy="3836833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lang="en" altLang="ko-KR" b="0" i="0" dirty="0">
                <a:effectLst/>
                <a:latin typeface="-apple-system"/>
              </a:rPr>
              <a:t>There is a well-known method of function optimization called </a:t>
            </a:r>
            <a:r>
              <a:rPr lang="en" altLang="ko-KR" b="1" i="0" dirty="0">
                <a:effectLst/>
                <a:latin typeface="-apple-system"/>
              </a:rPr>
              <a:t>gradient descent</a:t>
            </a:r>
            <a:endParaRPr lang="en" altLang="ko-KR" dirty="0">
              <a:latin typeface="-apple-system"/>
            </a:endParaRPr>
          </a:p>
          <a:p>
            <a:pPr lvl="1">
              <a:lnSpc>
                <a:spcPct val="104000"/>
              </a:lnSpc>
              <a:buFont typeface="Wingdings" pitchFamily="2" charset="2"/>
              <a:buChar char="ü"/>
            </a:pPr>
            <a:r>
              <a:rPr lang="en" altLang="ko-KR" sz="2000" b="0" i="0" dirty="0">
                <a:effectLst/>
                <a:latin typeface="-apple-system"/>
              </a:rPr>
              <a:t>The idea is to compute a derivative (in multi-dimensional case call </a:t>
            </a:r>
            <a:r>
              <a:rPr lang="en" altLang="ko-KR" sz="2000" b="1" i="0" dirty="0">
                <a:effectLst/>
                <a:latin typeface="-apple-system"/>
              </a:rPr>
              <a:t>gradient</a:t>
            </a:r>
            <a:r>
              <a:rPr lang="en" altLang="ko-KR" sz="2000" b="0" i="0" dirty="0">
                <a:effectLst/>
                <a:latin typeface="-apple-system"/>
              </a:rPr>
              <a:t>) of loss function with respect to parameters, and vary parameters in such a way that the error would decrease</a:t>
            </a:r>
          </a:p>
          <a:p>
            <a:pPr lvl="1">
              <a:lnSpc>
                <a:spcPct val="104000"/>
              </a:lnSpc>
              <a:buFont typeface="Wingdings" pitchFamily="2" charset="2"/>
              <a:buChar char="ü"/>
            </a:pPr>
            <a:r>
              <a:rPr lang="en" altLang="ko-KR" sz="2000" b="0" i="0" dirty="0">
                <a:effectLst/>
                <a:latin typeface="-apple-system"/>
              </a:rPr>
              <a:t>This can be formalized as follows:</a:t>
            </a:r>
          </a:p>
          <a:p>
            <a:pPr lvl="2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" altLang="ko-KR" sz="2000" b="0" i="0" dirty="0">
                <a:effectLst/>
                <a:latin typeface="-apple-system"/>
              </a:rPr>
              <a:t>Initialize parameters by some random values w</a:t>
            </a:r>
            <a:r>
              <a:rPr lang="en" altLang="ko-KR" sz="2000" b="0" i="0" baseline="30000" dirty="0">
                <a:effectLst/>
                <a:latin typeface="-apple-system"/>
              </a:rPr>
              <a:t>(0)</a:t>
            </a:r>
            <a:r>
              <a:rPr lang="en" altLang="ko-KR" sz="2000" b="0" i="0" dirty="0">
                <a:effectLst/>
                <a:latin typeface="-apple-system"/>
              </a:rPr>
              <a:t>, b</a:t>
            </a:r>
            <a:r>
              <a:rPr lang="en" altLang="ko-KR" sz="2000" b="0" i="0" baseline="30000" dirty="0">
                <a:effectLst/>
                <a:latin typeface="-apple-system"/>
              </a:rPr>
              <a:t>(0)</a:t>
            </a:r>
            <a:endParaRPr lang="en" altLang="ko-KR" sz="2000" b="0" i="0" dirty="0">
              <a:effectLst/>
              <a:latin typeface="-apple-system"/>
            </a:endParaRPr>
          </a:p>
          <a:p>
            <a:pPr lvl="2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" altLang="ko-KR" sz="2000" b="0" i="0" dirty="0">
                <a:effectLst/>
                <a:latin typeface="-apple-system"/>
              </a:rPr>
              <a:t>Repeat the following step many times:</a:t>
            </a:r>
          </a:p>
          <a:p>
            <a:pPr marL="742950" lvl="1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" altLang="ko-KR" sz="2000" b="0" i="0" dirty="0">
                <a:effectLst/>
                <a:latin typeface="-apple-system"/>
              </a:rPr>
              <a:t>w</a:t>
            </a:r>
            <a:r>
              <a:rPr lang="en" altLang="ko-KR" sz="2000" b="0" i="0" baseline="30000" dirty="0">
                <a:effectLst/>
                <a:latin typeface="-apple-system"/>
              </a:rPr>
              <a:t>(i+1)</a:t>
            </a:r>
            <a:r>
              <a:rPr lang="en" altLang="ko-KR" sz="2000" b="0" i="0" dirty="0">
                <a:effectLst/>
                <a:latin typeface="-apple-system"/>
              </a:rPr>
              <a:t> = w</a:t>
            </a:r>
            <a:r>
              <a:rPr lang="en" altLang="ko-KR" sz="2000" b="0" i="0" baseline="30000" dirty="0">
                <a:effectLst/>
                <a:latin typeface="-apple-system"/>
              </a:rPr>
              <a:t>(</a:t>
            </a:r>
            <a:r>
              <a:rPr lang="en" altLang="ko-KR" sz="2000" b="0" i="0" baseline="30000" dirty="0" err="1">
                <a:effectLst/>
                <a:latin typeface="-apple-system"/>
              </a:rPr>
              <a:t>i</a:t>
            </a:r>
            <a:r>
              <a:rPr lang="en" altLang="ko-KR" sz="2000" b="0" i="0" baseline="30000" dirty="0">
                <a:effectLst/>
                <a:latin typeface="-apple-system"/>
              </a:rPr>
              <a:t>)</a:t>
            </a:r>
            <a:r>
              <a:rPr lang="en" altLang="ko-KR" sz="2000" b="0" i="0" dirty="0">
                <a:effectLst/>
                <a:latin typeface="-apple-system"/>
              </a:rPr>
              <a:t>-</a:t>
            </a:r>
            <a:r>
              <a:rPr lang="el-GR" altLang="ko-KR" sz="2000" b="0" i="0" dirty="0" err="1">
                <a:effectLst/>
                <a:latin typeface="-apple-system"/>
              </a:rPr>
              <a:t>η∂ℒ</a:t>
            </a:r>
            <a:r>
              <a:rPr lang="el-GR" altLang="ko-KR" sz="2000" b="0" i="0" dirty="0">
                <a:effectLst/>
                <a:latin typeface="-apple-system"/>
              </a:rPr>
              <a:t>/∂</a:t>
            </a:r>
            <a:r>
              <a:rPr lang="en" altLang="ko-KR" sz="2000" b="0" i="0" dirty="0">
                <a:effectLst/>
                <a:latin typeface="-apple-system"/>
              </a:rPr>
              <a:t>w</a:t>
            </a:r>
          </a:p>
          <a:p>
            <a:pPr marL="742950" lvl="1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" altLang="ko-KR" sz="2000" b="0" i="0" dirty="0">
                <a:effectLst/>
                <a:latin typeface="-apple-system"/>
              </a:rPr>
              <a:t>b</a:t>
            </a:r>
            <a:r>
              <a:rPr lang="en" altLang="ko-KR" sz="2000" b="0" i="0" baseline="30000" dirty="0">
                <a:effectLst/>
                <a:latin typeface="-apple-system"/>
              </a:rPr>
              <a:t>(i+1)</a:t>
            </a:r>
            <a:r>
              <a:rPr lang="en" altLang="ko-KR" sz="2000" b="0" i="0" dirty="0">
                <a:effectLst/>
                <a:latin typeface="-apple-system"/>
              </a:rPr>
              <a:t> = b</a:t>
            </a:r>
            <a:r>
              <a:rPr lang="en" altLang="ko-KR" sz="2000" b="0" i="0" baseline="30000" dirty="0">
                <a:effectLst/>
                <a:latin typeface="-apple-system"/>
              </a:rPr>
              <a:t>(</a:t>
            </a:r>
            <a:r>
              <a:rPr lang="en" altLang="ko-KR" sz="2000" b="0" i="0" baseline="30000" dirty="0" err="1">
                <a:effectLst/>
                <a:latin typeface="-apple-system"/>
              </a:rPr>
              <a:t>i</a:t>
            </a:r>
            <a:r>
              <a:rPr lang="en" altLang="ko-KR" sz="2000" b="0" i="0" baseline="30000" dirty="0">
                <a:effectLst/>
                <a:latin typeface="-apple-system"/>
              </a:rPr>
              <a:t>)</a:t>
            </a:r>
            <a:r>
              <a:rPr lang="en" altLang="ko-KR" sz="2000" b="0" i="0" dirty="0">
                <a:effectLst/>
                <a:latin typeface="-apple-system"/>
              </a:rPr>
              <a:t>-</a:t>
            </a:r>
            <a:r>
              <a:rPr lang="el-GR" altLang="ko-KR" sz="2000" b="0" i="0" dirty="0" err="1">
                <a:effectLst/>
                <a:latin typeface="-apple-system"/>
              </a:rPr>
              <a:t>η∂ℒ</a:t>
            </a:r>
            <a:r>
              <a:rPr lang="el-GR" altLang="ko-KR" sz="2000" b="0" i="0" dirty="0">
                <a:effectLst/>
                <a:latin typeface="-apple-system"/>
              </a:rPr>
              <a:t>/∂</a:t>
            </a:r>
            <a:r>
              <a:rPr lang="en" altLang="ko-KR" sz="2000" b="0" i="0" dirty="0">
                <a:effectLst/>
                <a:latin typeface="-apple-system"/>
              </a:rPr>
              <a:t>b</a:t>
            </a:r>
          </a:p>
          <a:p>
            <a:pPr>
              <a:lnSpc>
                <a:spcPct val="104000"/>
              </a:lnSpc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00F4C-5F92-9D8E-B165-B1681E70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22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5A19D0-2BD2-47E7-A51B-B8083A14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6641F14-42D8-42E0-8B56-FC0A08EB2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3FEF18-8973-49F1-B984-81E630730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FEE187-7ECD-4C55-BE26-0DA3DDE0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8708818-667C-4218-8552-2975EB004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FA1A626-67CE-4E24-974F-C432A21D1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0029D28-01D8-4EB8-B30C-79D6F14E6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24E501C-EBFD-4E76-8F7F-9EFA76EFF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04596B9-52A8-4717-8158-2204F86D9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1EC080A-A9BB-467A-92A9-D597436B7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65DD030-3FCC-4380-B680-8E171845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15E10D-03D4-4A67-8377-5B0A55F3D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DB96670-ACA9-42B6-87A2-E4119998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2BC8247-310E-48D0-9CEF-43BC6E41A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2F09D0F-F86F-4AA5-AB1D-AAB1E5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9569AF0-6598-4FCC-803D-B3C3DE03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1B68A9D-7921-44B8-8464-E36F028EE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68EB3D7-2443-4764-9991-B691C090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A6128C1-7748-441C-94E4-1874BB577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276682F-0434-4D7E-B400-2DF99D969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CD2F02B-2688-4DCD-9610-1C086528F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BA0DA4B-915F-4A6D-8368-BE7B53E42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01711BC-8D96-4E1F-934B-9E382A617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364551E-CB94-4200-809A-9E33122BA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64389BE-74F0-4F54-9DE0-2BCB33C7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6721F72-5343-46B1-AFC1-6DF4FF77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4A528A6-14EE-4010-93CB-95F75CB96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186140D-084D-4621-A556-65927AB44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2049A17-7EE3-4BEF-B630-AD0AB020E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23B596-7D86-4AF3-AE7E-A696FEF1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7FC8FA-C1DE-4F38-BCDA-464A54783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5BEFE2E-F050-46F9-BAD0-939F37AA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63D6C682-FD57-4DF7-854F-DD140E1E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151621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AF66814-A479-4674-1438-F1E9C87E4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380515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Gradient Descent Optimization (cont’d)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56191B-B157-6252-0D9F-C936B67B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984B5176-DF1E-17B9-53AD-B3EE535360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545255"/>
              </p:ext>
            </p:extLst>
          </p:nvPr>
        </p:nvGraphicFramePr>
        <p:xfrm>
          <a:off x="690563" y="2339974"/>
          <a:ext cx="10325100" cy="38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6540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9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11">
            <a:extLst>
              <a:ext uri="{FF2B5EF4-FFF2-40B4-BE49-F238E27FC236}">
                <a16:creationId xmlns:a16="http://schemas.microsoft.com/office/drawing/2014/main" id="{B27757FA-E22B-4C03-A927-1E4B4A585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FA329A2-1D2A-4A62-A6AF-93B37310C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AAB6EEA-4329-4352-9BA3-1746A7111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DF1164F-7F9A-40C5-868D-082B3E0F1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DB572B4-ACB4-4026-BE9F-D3523A2C1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77DB227-A8B6-43DC-970A-925EED2E0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B6B9264-5A30-46E0-A2C1-636FB3D1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79B4D0-16B0-456E-8951-4042C78B2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43D00E3-B79B-41D6-9E66-07EC7E6C2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DD97DA3-F9CF-4985-A2BA-27DDD396C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0472B34-25FF-41FB-BF22-42D29C83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C6268AA-8DD1-4959-8136-0ECAAFD27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F744375-C310-46F7-AC26-C5A4BD827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6C08DB1-CFE5-4A9A-BCB2-C82F79C61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F10D3C0-7CBD-42BF-BC76-68A25F973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6DF561D-125D-4BA4-BEA8-D540A3EF8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6CE140-59C9-47C1-9BFD-E716943C4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D2421D5-FB16-43BB-BD72-57B6D115C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94B4B66-3D8B-4D67-B68A-5EE98A61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1CE3395-ADDA-44B4-B550-87AF22E18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6A7375E-9A29-4790-AA05-FC4DCC1AE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E67518D-21C7-4CDB-9A75-248EEAB43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13A36F7-9692-46D1-AA17-3036EBF75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04FE3BA-02A8-46F8-8C46-213885DB4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C8B1E1C-C236-410A-A75B-B5FED48E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FD8A655-CFAF-496E-82F7-4677B2100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B52CEB0-DF45-45EF-B19A-A15C1A17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D16414C-77DA-4C7E-8E62-862EAA940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C5789C5-251A-445C-8D17-18D36F8B5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BA0ACD3-25B4-4C98-B833-09426BA9C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C2EAAE7-E646-4A26-BA0E-A130ECE6A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4E911F-A532-42C7-B083-1E5BA8D71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ight Triangle 44">
            <a:extLst>
              <a:ext uri="{FF2B5EF4-FFF2-40B4-BE49-F238E27FC236}">
                <a16:creationId xmlns:a16="http://schemas.microsoft.com/office/drawing/2014/main" id="{1DEA6A44-CD60-4DFD-802B-A4F4BFCB7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20162" y="-2883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6D56B6-0CC5-248F-C853-D6B522F7D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0794505" cy="1300316"/>
          </a:xfrm>
        </p:spPr>
        <p:txBody>
          <a:bodyPr>
            <a:normAutofit/>
          </a:bodyPr>
          <a:lstStyle/>
          <a:p>
            <a:pPr algn="ctr"/>
            <a:r>
              <a:rPr kumimoji="1" lang="en" altLang="ko-KR" sz="3600" dirty="0"/>
              <a:t>Multi-Layered </a:t>
            </a:r>
            <a:r>
              <a:rPr kumimoji="1" lang="en" altLang="ko-KR" sz="3600" dirty="0" err="1"/>
              <a:t>Perceptrons</a:t>
            </a:r>
            <a:r>
              <a:rPr kumimoji="1" lang="en" altLang="ko-KR" sz="3600" dirty="0"/>
              <a:t> and Backpropagation</a:t>
            </a:r>
            <a:endParaRPr kumimoji="1" lang="ko-KR" altLang="en-US" sz="3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0776F0-188E-8DB7-E08E-657FDB9F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graphicFrame>
        <p:nvGraphicFramePr>
          <p:cNvPr id="50" name="내용 개체 틀 2">
            <a:extLst>
              <a:ext uri="{FF2B5EF4-FFF2-40B4-BE49-F238E27FC236}">
                <a16:creationId xmlns:a16="http://schemas.microsoft.com/office/drawing/2014/main" id="{12DF6ECF-5C0A-E5D9-DFA4-878A2C3CDA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470753"/>
              </p:ext>
            </p:extLst>
          </p:nvPr>
        </p:nvGraphicFramePr>
        <p:xfrm>
          <a:off x="690562" y="2784568"/>
          <a:ext cx="11313153" cy="3848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5639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D1FEA2-AFB3-4160-AD46-30A80729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4AF8D4-8E5C-4E3A-999F-1FE86654E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A8BE230-DCEC-4180-B5D3-EA65C4A34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034248-80AA-4C75-A898-0CBAF23E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7431FC-0100-44D0-999E-3EF9B361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1491DF-0796-4A80-B724-6CAAD85E5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3FFC75-C94A-4427-85D1-26F0028AC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0F1554D-792C-4554-B623-F99A47B1B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6371075-9273-4FF4-A45B-606B94306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44A38F-298C-477B-8764-0A32E50DD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78CA47-3A09-4651-B57D-690F14C78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CB69771-B806-4E29-834E-E0BBE273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27EE3C0-1B82-43F3-AF55-5D1D6FBF4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898DA7-BA6E-4B4C-8139-596D59F48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121E84-2FAA-4948-B3B3-F1FE69ED8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C2C1AC-3864-47AA-B22A-D350A3A04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DFADCA4-3AD3-4D6C-81B7-259F20359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D515CD-A4F0-4B0A-B6BB-11A2774FB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CB97DD1-8D17-426C-BC2A-B34FE5836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865967-B063-41EC-85BC-A5CF90367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C63DB2-5B99-42B5-9B7F-826B0BD8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B694AB-9FC1-4857-A6CD-1FEC6D183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2AE103-97D9-407D-BCE0-9FA475661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30AC9FC-9BF1-4F78-B0F9-4E024D0C6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C77E885-6F2C-4E94-88DF-7E6BEF98A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62840B5-21D6-4B05-802E-549F1A92A1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B21055F-E4D5-474F-B6C7-C44BC1244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C49B031-FD8F-422C-AA54-9FB482600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AF843B0-2A4F-4989-8B91-BDB7FECE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0BC5B75-FAF9-427D-BD65-D37C1BF97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0BFA052-2C6E-4F70-BF95-50DAC0649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DD7C7F8-6562-470D-B38E-21F56B2AB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6C7B2A1-F80D-4F4A-88E1-5FFB02B70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1015E25C-2D33-6C12-C935-77FD36B3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387118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" altLang="ko-KR" sz="3700"/>
              <a:t>Multi-Layered Perceptrons and Backpropagation (cont’d)</a:t>
            </a:r>
            <a:endParaRPr kumimoji="1" lang="ko-KR" altLang="en-US" sz="3700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AA2BC59-928B-43C3-B9E7-D77D4F3E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5947" y="15162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E3734F-EF39-B5AE-3008-9907DFBB4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547" y="2340129"/>
            <a:ext cx="10286201" cy="3836833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lang="en" altLang="ko-KR" sz="1900" b="0" i="0" dirty="0">
                <a:effectLst/>
                <a:latin typeface="-apple-system"/>
              </a:rPr>
              <a:t>The gradient descent algorithm would remain the same, but it would be more difficult to calculate gradients</a:t>
            </a:r>
          </a:p>
          <a:p>
            <a:pPr lvl="1">
              <a:lnSpc>
                <a:spcPct val="104000"/>
              </a:lnSpc>
            </a:pPr>
            <a:r>
              <a:rPr lang="en" altLang="ko-KR" sz="1900" b="0" i="0" dirty="0">
                <a:effectLst/>
                <a:latin typeface="-apple-system"/>
              </a:rPr>
              <a:t>Given the chain differentiation rule, we can calculate derivatives as:</a:t>
            </a:r>
          </a:p>
          <a:p>
            <a:pPr lvl="2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" altLang="ko-KR" sz="1900" b="0" i="0" dirty="0">
                <a:effectLst/>
                <a:latin typeface="-apple-system"/>
              </a:rPr>
              <a:t>∂ℒ/∂w</a:t>
            </a:r>
            <a:r>
              <a:rPr lang="en" altLang="ko-KR" sz="1900" b="0" i="0" baseline="-25000" dirty="0">
                <a:effectLst/>
                <a:latin typeface="-apple-system"/>
              </a:rPr>
              <a:t>2</a:t>
            </a:r>
            <a:r>
              <a:rPr lang="en" altLang="ko-KR" sz="1900" b="0" i="0" dirty="0">
                <a:effectLst/>
                <a:latin typeface="-apple-system"/>
              </a:rPr>
              <a:t> = (∂ℒ/∂</a:t>
            </a:r>
            <a:r>
              <a:rPr lang="el-GR" altLang="ko-KR" sz="1900" b="0" i="0" dirty="0">
                <a:effectLst/>
                <a:latin typeface="-apple-system"/>
              </a:rPr>
              <a:t>σ)(∂σ/∂</a:t>
            </a:r>
            <a:r>
              <a:rPr lang="en" altLang="ko-KR" sz="1900" b="0" i="0" dirty="0">
                <a:effectLst/>
                <a:latin typeface="-apple-system"/>
              </a:rPr>
              <a:t>z</a:t>
            </a:r>
            <a:r>
              <a:rPr lang="en" altLang="ko-KR" sz="1900" b="0" i="0" baseline="-25000" dirty="0">
                <a:effectLst/>
                <a:latin typeface="-apple-system"/>
              </a:rPr>
              <a:t>2</a:t>
            </a:r>
            <a:r>
              <a:rPr lang="en" altLang="ko-KR" sz="1900" b="0" i="0" dirty="0">
                <a:effectLst/>
                <a:latin typeface="-apple-system"/>
              </a:rPr>
              <a:t>)(∂z</a:t>
            </a:r>
            <a:r>
              <a:rPr lang="en" altLang="ko-KR" sz="1900" b="0" i="0" baseline="-25000" dirty="0">
                <a:effectLst/>
                <a:latin typeface="-apple-system"/>
              </a:rPr>
              <a:t>2</a:t>
            </a:r>
            <a:r>
              <a:rPr lang="en" altLang="ko-KR" sz="1900" b="0" i="0" dirty="0">
                <a:effectLst/>
                <a:latin typeface="-apple-system"/>
              </a:rPr>
              <a:t>/∂w</a:t>
            </a:r>
            <a:r>
              <a:rPr lang="en" altLang="ko-KR" sz="1900" b="0" i="0" baseline="-25000" dirty="0">
                <a:effectLst/>
                <a:latin typeface="-apple-system"/>
              </a:rPr>
              <a:t>2</a:t>
            </a:r>
            <a:r>
              <a:rPr lang="en" altLang="ko-KR" sz="1900" b="0" i="0" dirty="0">
                <a:effectLst/>
                <a:latin typeface="-apple-system"/>
              </a:rPr>
              <a:t>)</a:t>
            </a:r>
          </a:p>
          <a:p>
            <a:pPr lvl="2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" altLang="ko-KR" sz="1900" b="0" i="0" dirty="0">
                <a:effectLst/>
                <a:latin typeface="-apple-system"/>
              </a:rPr>
              <a:t>∂ℒ/∂w</a:t>
            </a:r>
            <a:r>
              <a:rPr lang="en" altLang="ko-KR" sz="1900" b="0" i="0" baseline="-25000" dirty="0">
                <a:effectLst/>
                <a:latin typeface="-apple-system"/>
              </a:rPr>
              <a:t>1</a:t>
            </a:r>
            <a:r>
              <a:rPr lang="en" altLang="ko-KR" sz="1900" b="0" i="0" dirty="0">
                <a:effectLst/>
                <a:latin typeface="-apple-system"/>
              </a:rPr>
              <a:t> = (∂ℒ/∂</a:t>
            </a:r>
            <a:r>
              <a:rPr lang="el-GR" altLang="ko-KR" sz="1900" b="0" i="0" dirty="0">
                <a:effectLst/>
                <a:latin typeface="-apple-system"/>
              </a:rPr>
              <a:t>σ)(∂σ/∂</a:t>
            </a:r>
            <a:r>
              <a:rPr lang="en" altLang="ko-KR" sz="1900" b="0" i="0" dirty="0">
                <a:effectLst/>
                <a:latin typeface="-apple-system"/>
              </a:rPr>
              <a:t>z</a:t>
            </a:r>
            <a:r>
              <a:rPr lang="en" altLang="ko-KR" sz="1900" b="0" i="0" baseline="-25000" dirty="0">
                <a:effectLst/>
                <a:latin typeface="-apple-system"/>
              </a:rPr>
              <a:t>2</a:t>
            </a:r>
            <a:r>
              <a:rPr lang="en" altLang="ko-KR" sz="1900" b="0" i="0" dirty="0">
                <a:effectLst/>
                <a:latin typeface="-apple-system"/>
              </a:rPr>
              <a:t>)(∂z</a:t>
            </a:r>
            <a:r>
              <a:rPr lang="en" altLang="ko-KR" sz="1900" b="0" i="0" baseline="-25000" dirty="0">
                <a:effectLst/>
                <a:latin typeface="-apple-system"/>
              </a:rPr>
              <a:t>2</a:t>
            </a:r>
            <a:r>
              <a:rPr lang="en" altLang="ko-KR" sz="1900" b="0" i="0" dirty="0">
                <a:effectLst/>
                <a:latin typeface="-apple-system"/>
              </a:rPr>
              <a:t>/∂</a:t>
            </a:r>
            <a:r>
              <a:rPr lang="el-GR" altLang="ko-KR" sz="1900" b="0" i="0" dirty="0">
                <a:effectLst/>
                <a:latin typeface="-apple-system"/>
              </a:rPr>
              <a:t>α)(∂α/∂</a:t>
            </a:r>
            <a:r>
              <a:rPr lang="en" altLang="ko-KR" sz="1900" b="0" i="0" dirty="0">
                <a:effectLst/>
                <a:latin typeface="-apple-system"/>
              </a:rPr>
              <a:t>z</a:t>
            </a:r>
            <a:r>
              <a:rPr lang="en" altLang="ko-KR" sz="1900" b="0" i="0" baseline="-25000" dirty="0">
                <a:effectLst/>
                <a:latin typeface="-apple-system"/>
              </a:rPr>
              <a:t>1</a:t>
            </a:r>
            <a:r>
              <a:rPr lang="en" altLang="ko-KR" sz="1900" b="0" i="0" dirty="0">
                <a:effectLst/>
                <a:latin typeface="-apple-system"/>
              </a:rPr>
              <a:t>)(∂z</a:t>
            </a:r>
            <a:r>
              <a:rPr lang="en" altLang="ko-KR" sz="1900" b="0" i="0" baseline="-25000" dirty="0">
                <a:effectLst/>
                <a:latin typeface="-apple-system"/>
              </a:rPr>
              <a:t>1</a:t>
            </a:r>
            <a:r>
              <a:rPr lang="en" altLang="ko-KR" sz="1900" b="0" i="0" dirty="0">
                <a:effectLst/>
                <a:latin typeface="-apple-system"/>
              </a:rPr>
              <a:t>/∂w</a:t>
            </a:r>
            <a:r>
              <a:rPr lang="en" altLang="ko-KR" sz="1900" b="0" i="0" baseline="-25000" dirty="0">
                <a:effectLst/>
                <a:latin typeface="-apple-system"/>
              </a:rPr>
              <a:t>1</a:t>
            </a:r>
            <a:r>
              <a:rPr lang="en" altLang="ko-KR" sz="1900" b="0" i="0" dirty="0">
                <a:effectLst/>
                <a:latin typeface="-apple-system"/>
              </a:rPr>
              <a:t>)</a:t>
            </a:r>
          </a:p>
          <a:p>
            <a:pPr lvl="2">
              <a:lnSpc>
                <a:spcPct val="104000"/>
              </a:lnSpc>
            </a:pPr>
            <a:r>
              <a:rPr lang="en" altLang="ko-KR" sz="1900" b="0" i="0" dirty="0">
                <a:effectLst/>
                <a:latin typeface="-apple-system"/>
              </a:rPr>
              <a:t>Note that the left-most part of all those expressions is the same, and thus we can effectively calculate derivatives starting from the loss function and going "backwards" through the computational graph</a:t>
            </a:r>
          </a:p>
          <a:p>
            <a:pPr lvl="2">
              <a:lnSpc>
                <a:spcPct val="104000"/>
              </a:lnSpc>
            </a:pPr>
            <a:r>
              <a:rPr lang="en" altLang="ko-KR" sz="1900" b="0" i="0" dirty="0">
                <a:effectLst/>
                <a:latin typeface="-apple-system"/>
              </a:rPr>
              <a:t>Thus the method of training a multi-layered perceptron is called </a:t>
            </a:r>
            <a:r>
              <a:rPr lang="en" altLang="ko-KR" sz="1900" b="1" i="0" dirty="0">
                <a:effectLst/>
                <a:latin typeface="-apple-system"/>
              </a:rPr>
              <a:t>backpropagation</a:t>
            </a:r>
            <a:r>
              <a:rPr lang="en" altLang="ko-KR" sz="1900" b="0" i="0" dirty="0">
                <a:effectLst/>
                <a:latin typeface="-apple-system"/>
              </a:rPr>
              <a:t>, or 'backprop'</a:t>
            </a:r>
            <a:br>
              <a:rPr lang="en" altLang="ko-KR" sz="1900" dirty="0"/>
            </a:br>
            <a:endParaRPr kumimoji="1" lang="en" altLang="ko-KR" sz="19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2CF556-CC0C-D209-D12F-4D37A0BA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52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DCFD65-ACD4-3A4C-5232-8F1DA232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73BE9A6-37CD-E932-B2E2-36DF5EFB5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406400"/>
            <a:ext cx="11074400" cy="604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817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ight Triangle 80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D04BBB-705A-6E96-FBD0-D144CAF43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kumimoji="1" lang="en-US" altLang="ko-KR" sz="2200" dirty="0"/>
              <a:t>Implement a framework for building and training multi-layered </a:t>
            </a:r>
            <a:r>
              <a:rPr kumimoji="1" lang="en-US" altLang="ko-KR" sz="2200" dirty="0" err="1"/>
              <a:t>perceptrons</a:t>
            </a:r>
            <a:br>
              <a:rPr kumimoji="1" lang="en-US" altLang="ko-KR" sz="2200" dirty="0"/>
            </a:br>
            <a:r>
              <a:rPr kumimoji="1" lang="en-US" altLang="ko-KR" sz="2200" dirty="0"/>
              <a:t>Goal: Understand in detail how modern neural networks operate</a:t>
            </a:r>
          </a:p>
        </p:txBody>
      </p:sp>
      <p:pic>
        <p:nvPicPr>
          <p:cNvPr id="8" name="Graphic 7" descr="Head with Gears">
            <a:extLst>
              <a:ext uri="{FF2B5EF4-FFF2-40B4-BE49-F238E27FC236}">
                <a16:creationId xmlns:a16="http://schemas.microsoft.com/office/drawing/2014/main" id="{CE95AF56-5978-E19E-8331-C62AFA68E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4223" y="2884564"/>
            <a:ext cx="3257291" cy="325729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16753F-6FB2-91CD-12FC-83C051659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74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10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9" name="Group 12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ight Triangle 45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0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31B4955-1244-BBFC-A83E-B922F9923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3" y="721945"/>
            <a:ext cx="10611627" cy="1916619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-US" altLang="ko-KR" sz="3700" dirty="0"/>
              <a:t>Exercise:</a:t>
            </a:r>
            <a:br>
              <a:rPr kumimoji="1" lang="en-US" altLang="ko-KR" sz="3700" dirty="0"/>
            </a:br>
            <a:r>
              <a:rPr kumimoji="1" lang="en-US" altLang="ko-KR" sz="3700" dirty="0"/>
              <a:t>MNIST Classification</a:t>
            </a:r>
            <a:endParaRPr kumimoji="1" lang="ko-KR" altLang="en-US" sz="3700" dirty="0"/>
          </a:p>
        </p:txBody>
      </p:sp>
      <p:pic>
        <p:nvPicPr>
          <p:cNvPr id="52" name="Graphic 7" descr="프로그래머">
            <a:extLst>
              <a:ext uri="{FF2B5EF4-FFF2-40B4-BE49-F238E27FC236}">
                <a16:creationId xmlns:a16="http://schemas.microsoft.com/office/drawing/2014/main" id="{63E51DEE-75A4-F972-1262-5A0D96E4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6146" y="2884572"/>
            <a:ext cx="3251482" cy="325148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24277-E25A-C81D-9A48-983D8E8F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65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441811-1D8E-CD81-C039-A64F28E7A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" altLang="ko-KR" sz="3700"/>
              <a:t>Neural Network Frameworks</a:t>
            </a:r>
            <a:endParaRPr kumimoji="1" lang="ko-KR" altLang="en-US" sz="37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74C35B-23E7-6B0E-108D-0B607C5A9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340131"/>
            <a:ext cx="6392847" cy="4517868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/>
              <a:t>To train neural networks efficiently we need to do two things:</a:t>
            </a:r>
          </a:p>
          <a:p>
            <a:pPr lvl="1"/>
            <a:r>
              <a:rPr kumimoji="1" lang="en" altLang="ko-KR" dirty="0"/>
              <a:t>To operate on tensors, e.g., to multiply, add, and compute some functions such as sigmoid or </a:t>
            </a:r>
            <a:r>
              <a:rPr kumimoji="1" lang="en" altLang="ko-KR" dirty="0" err="1"/>
              <a:t>softmax</a:t>
            </a:r>
            <a:endParaRPr kumimoji="1" lang="en" altLang="ko-KR" dirty="0"/>
          </a:p>
          <a:p>
            <a:pPr lvl="1"/>
            <a:r>
              <a:rPr kumimoji="1" lang="en" altLang="ko-KR" dirty="0"/>
              <a:t>To compute gradients of all expressions, in order to perform gradient descent optimization</a:t>
            </a:r>
          </a:p>
          <a:p>
            <a:pPr lvl="2"/>
            <a:r>
              <a:rPr kumimoji="1" lang="ko-KR" altLang="en-US" dirty="0" err="1"/>
              <a:t>시그모이드</a:t>
            </a:r>
            <a:r>
              <a:rPr kumimoji="1" lang="ko-KR" altLang="en-US" dirty="0"/>
              <a:t> 함수는 </a:t>
            </a:r>
            <a:r>
              <a:rPr kumimoji="1" lang="en-US" altLang="ko-KR" dirty="0"/>
              <a:t>S</a:t>
            </a:r>
            <a:r>
              <a:rPr kumimoji="1" lang="ko-KR" altLang="en-US" dirty="0"/>
              <a:t>자형 곡선 또는 </a:t>
            </a:r>
            <a:r>
              <a:rPr kumimoji="1" lang="ko-KR" altLang="en-US" dirty="0" err="1"/>
              <a:t>시그모이드</a:t>
            </a:r>
            <a:r>
              <a:rPr kumimoji="1" lang="ko-KR" altLang="en-US" dirty="0"/>
              <a:t> 곡선을 갖는 수학 함수인데 예시로는 로지스틱 함수가 있음</a:t>
            </a:r>
            <a:endParaRPr kumimoji="1" lang="en" altLang="ko-KR" dirty="0"/>
          </a:p>
          <a:p>
            <a:pPr lvl="2"/>
            <a:r>
              <a:rPr kumimoji="1" lang="en-US" altLang="ko-KR" dirty="0"/>
              <a:t>T</a:t>
            </a:r>
            <a:r>
              <a:rPr kumimoji="1" lang="en" altLang="ko-KR" dirty="0" err="1"/>
              <a:t>ensor</a:t>
            </a:r>
            <a:r>
              <a:rPr kumimoji="1" lang="en" altLang="ko-KR" dirty="0"/>
              <a:t>: </a:t>
            </a:r>
            <a:r>
              <a:rPr kumimoji="1" lang="en-US" altLang="ko-KR" dirty="0">
                <a:hlinkClick r:id="rId2"/>
              </a:rPr>
              <a:t>https://deepai.org/machine-learning-glossary-and-terms/tensor</a:t>
            </a:r>
            <a:endParaRPr kumimoji="1" lang="en" altLang="ko-KR" dirty="0"/>
          </a:p>
          <a:p>
            <a:pPr lvl="2"/>
            <a:r>
              <a:rPr kumimoji="1" lang="en-US" altLang="ko-KR" dirty="0" err="1"/>
              <a:t>Softmax</a:t>
            </a:r>
            <a:r>
              <a:rPr kumimoji="1" lang="en-US" altLang="ko-KR" dirty="0"/>
              <a:t>: </a:t>
            </a:r>
            <a:r>
              <a:rPr kumimoji="1" lang="en-US" altLang="ko-KR" dirty="0" err="1"/>
              <a:t>Softmax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소프트맥스</a:t>
            </a:r>
            <a:r>
              <a:rPr kumimoji="1" lang="en-US" altLang="ko-KR" dirty="0"/>
              <a:t>)</a:t>
            </a:r>
            <a:r>
              <a:rPr kumimoji="1" lang="ko-KR" altLang="en-US" dirty="0"/>
              <a:t>는 </a:t>
            </a:r>
            <a:r>
              <a:rPr kumimoji="1" lang="ko-KR" altLang="en-US" dirty="0" err="1"/>
              <a:t>입력받은</a:t>
            </a:r>
            <a:r>
              <a:rPr kumimoji="1" lang="ko-KR" altLang="en-US" dirty="0"/>
              <a:t> 값을 출력으로 </a:t>
            </a:r>
            <a:r>
              <a:rPr kumimoji="1" lang="en-US" altLang="ko-KR" dirty="0"/>
              <a:t>0~1</a:t>
            </a:r>
            <a:r>
              <a:rPr kumimoji="1" lang="ko-KR" altLang="en-US" dirty="0"/>
              <a:t>사이의 값으로 모두 </a:t>
            </a:r>
            <a:r>
              <a:rPr kumimoji="1" lang="ko-KR" altLang="en-US" dirty="0" err="1"/>
              <a:t>정규화하며</a:t>
            </a:r>
            <a:r>
              <a:rPr kumimoji="1" lang="ko-KR" altLang="en-US" dirty="0"/>
              <a:t> 출력 값들의 총합은 항상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이 되는 특성을 가진 함수이고</a:t>
            </a:r>
            <a:r>
              <a:rPr kumimoji="1" lang="en-US" altLang="ko-KR" dirty="0"/>
              <a:t> </a:t>
            </a:r>
            <a:r>
              <a:rPr kumimoji="1" lang="ko-KR" altLang="en-US" dirty="0"/>
              <a:t>분류하고 싶은 </a:t>
            </a:r>
            <a:r>
              <a:rPr kumimoji="1" lang="ko-KR" altLang="en-US" dirty="0" err="1"/>
              <a:t>클래수의</a:t>
            </a:r>
            <a:r>
              <a:rPr kumimoji="1" lang="ko-KR" altLang="en-US" dirty="0"/>
              <a:t> 수 만큼 출력으로 구성하는데 장 큰 출력 값을 </a:t>
            </a:r>
            <a:r>
              <a:rPr kumimoji="1" lang="ko-KR" altLang="en-US" dirty="0" err="1"/>
              <a:t>부여받은</a:t>
            </a:r>
            <a:r>
              <a:rPr kumimoji="1" lang="ko-KR" altLang="en-US" dirty="0"/>
              <a:t> 클래스가 확률이 가장 높은 것으로 이용</a:t>
            </a:r>
          </a:p>
        </p:txBody>
      </p:sp>
      <p:pic>
        <p:nvPicPr>
          <p:cNvPr id="8" name="Graphic 7" descr="PC1">
            <a:extLst>
              <a:ext uri="{FF2B5EF4-FFF2-40B4-BE49-F238E27FC236}">
                <a16:creationId xmlns:a16="http://schemas.microsoft.com/office/drawing/2014/main" id="{09C0233F-3E58-F6A7-E86E-4443A47DC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7094" y="1231415"/>
            <a:ext cx="4401655" cy="440165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C7412F-7224-0780-86F1-89A3144BC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85045F-B3A8-6485-EE96-B5E49EF5B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6994" y="1789005"/>
            <a:ext cx="4546600" cy="387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893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EE72-E1E2-D0DB-AE40-7CAECE77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26BAB-FE5C-F884-9C77-978D38F11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descent </a:t>
            </a:r>
            <a:r>
              <a:rPr lang="ko-KR" altLang="en-US" dirty="0"/>
              <a:t>방법은 </a:t>
            </a:r>
            <a:r>
              <a:rPr lang="en-US" dirty="0"/>
              <a:t>steepest descent </a:t>
            </a:r>
            <a:r>
              <a:rPr lang="ko-KR" altLang="en-US" dirty="0"/>
              <a:t>방법이라고도 불리는데</a:t>
            </a:r>
            <a:r>
              <a:rPr lang="en-US" altLang="ko-KR" dirty="0"/>
              <a:t>, </a:t>
            </a:r>
            <a:r>
              <a:rPr lang="ko-KR" altLang="en-US" dirty="0"/>
              <a:t>함수 값이 낮아지는 방향으로 독립 변수 값을 변형시켜가면서 최종적으로는 최소 함수 값을 갖도록 하는 독립 변수 값을 찾는 방법</a:t>
            </a:r>
            <a:endParaRPr lang="en-US" altLang="ko-KR" dirty="0"/>
          </a:p>
          <a:p>
            <a:r>
              <a:rPr lang="en-US" dirty="0">
                <a:hlinkClick r:id="rId2"/>
              </a:rPr>
              <a:t>https://angeloyeo.github.io/2020/08/16/gradient_descent.html#google_vignette</a:t>
            </a:r>
            <a:endParaRPr lang="en-US" dirty="0"/>
          </a:p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78101-21BD-1CAB-C466-0319376E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85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CC5E3C-D8E9-51CA-7D13-F2AC1AF7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kumimoji="1" lang="en" altLang="ko-KR" sz="4100"/>
              <a:t>Gradient Computation in Neural Networks</a:t>
            </a:r>
            <a:endParaRPr kumimoji="1" lang="ko-KR" altLang="en-US" sz="4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98B8D0-501A-6E11-AAF9-9A05F81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C73B8712-2DB9-AB65-9CDE-1221470F58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0663341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5028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B34D9D5-FDD5-370F-B520-4DB16309B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" altLang="ko-KR" sz="3100"/>
              <a:t>Computational Requirements for Deep Learning</a:t>
            </a:r>
            <a:endParaRPr kumimoji="1" lang="ko-KR" altLang="en-US" sz="31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742BC1-7E13-81E0-8581-84D0896E1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818396" cy="3791918"/>
          </a:xfrm>
        </p:spPr>
        <p:txBody>
          <a:bodyPr>
            <a:normAutofit/>
          </a:bodyPr>
          <a:lstStyle/>
          <a:p>
            <a:endParaRPr kumimoji="1" lang="en" altLang="ko-KR" dirty="0"/>
          </a:p>
          <a:p>
            <a:r>
              <a:rPr kumimoji="1" lang="en" altLang="ko-KR" dirty="0"/>
              <a:t>Deep neural network training is computationally intensive</a:t>
            </a:r>
          </a:p>
          <a:p>
            <a:r>
              <a:rPr kumimoji="1" lang="en" altLang="ko-KR" dirty="0"/>
              <a:t>It's crucial to utilize specialized compute units like GPUs or TPUs to handle the computational load</a:t>
            </a:r>
          </a:p>
          <a:p>
            <a:r>
              <a:rPr kumimoji="1" lang="en" altLang="ko-KR" dirty="0"/>
              <a:t>Parallelization, or distributing computations across multiple devices, significantly enhances training efficiency and speed</a:t>
            </a:r>
            <a:endParaRPr kumimoji="1" lang="ko-KR" altLang="en-US" dirty="0"/>
          </a:p>
        </p:txBody>
      </p:sp>
      <p:pic>
        <p:nvPicPr>
          <p:cNvPr id="8" name="Graphic 7" descr="프로세서">
            <a:extLst>
              <a:ext uri="{FF2B5EF4-FFF2-40B4-BE49-F238E27FC236}">
                <a16:creationId xmlns:a16="http://schemas.microsoft.com/office/drawing/2014/main" id="{E6F8E329-9D0C-8DD0-0B45-880283816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7094" y="1231415"/>
            <a:ext cx="4401655" cy="440165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8A6DB1-623B-9DC0-31AE-C568EC60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92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2DBA70-8C78-C2C3-6545-728FFC880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" altLang="ko-KR" sz="3700" dirty="0"/>
              <a:t>Framework Features for Effective Training</a:t>
            </a:r>
            <a:endParaRPr kumimoji="1" lang="ko-KR" altLang="en-US" sz="37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8E7D1E-2209-982A-FBD9-CCE85EBE0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818396" cy="3791918"/>
          </a:xfrm>
        </p:spPr>
        <p:txBody>
          <a:bodyPr>
            <a:normAutofit/>
          </a:bodyPr>
          <a:lstStyle/>
          <a:p>
            <a:endParaRPr kumimoji="1" lang="en" altLang="ko-KR" dirty="0"/>
          </a:p>
          <a:p>
            <a:r>
              <a:rPr kumimoji="1" lang="en" altLang="ko-KR" dirty="0"/>
              <a:t>Automatic gradient computation to simplify model development and enable complex model experimentation.</a:t>
            </a:r>
          </a:p>
          <a:p>
            <a:r>
              <a:rPr kumimoji="1" lang="en" altLang="ko-KR" dirty="0"/>
              <a:t>Support for computational parallelization on GPUs/TPUs to meet the high computational demands of deep learning.</a:t>
            </a:r>
            <a:endParaRPr kumimoji="1" lang="ko-KR" altLang="en-US" dirty="0"/>
          </a:p>
        </p:txBody>
      </p:sp>
      <p:pic>
        <p:nvPicPr>
          <p:cNvPr id="8" name="Graphic 7" descr="톱니바퀴">
            <a:extLst>
              <a:ext uri="{FF2B5EF4-FFF2-40B4-BE49-F238E27FC236}">
                <a16:creationId xmlns:a16="http://schemas.microsoft.com/office/drawing/2014/main" id="{3223A196-EF53-EAF5-5B83-420C4153A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7094" y="1231415"/>
            <a:ext cx="4401655" cy="440165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38FCB6-7689-FDAD-5965-90D48322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59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4A5768-EA51-48A2-8E17-AE20B9FE0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D70F1A8-626B-430B-AACC-E280EB946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D9D2887-DD9B-48D0-9844-B5D2024C7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0C04EA-C56F-4932-AB66-F426CACB4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CF894E2-AF43-4E3B-94A7-890F7AD25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C292B8-EA04-4F65-8D17-4954B29EE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126744D-59AC-407B-977F-9F7B79890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FD4FA3-B553-4776-83CC-43156375A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45C5FE-691A-4620-9B50-AFE8DBB10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4E186B6-4496-412B-993D-EBA54ACE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7CCFC45-B62F-4FB2-8A1C-24299AB6A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3E987B3-0DB8-4E10-8F2F-939C9975E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0CF3A0F-1366-43D4-B9ED-39506390F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370E57-5DAF-4AD1-A44A-32A93556E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438A8C5-7279-4DA9-B1BA-5A76E020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19694A-5560-4890-99CF-E4B89F5F1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A41929D-D2D8-4211-8E30-449C7F67E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346B496-7BD4-408E-9387-4B2DBD88D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F4954B0-8891-4B5C-B5C2-2B098DA9D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2F714F-4C40-46D7-A9B0-5A41FCE1CC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B45C2AB-7F9E-4A2B-845D-39DA52F78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7540879-E48F-44C9-8978-75F20ECA8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99A807C-71D8-48EB-B90A-18ABEC581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7DBB3B2-0577-449E-822F-EC7F39931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E9C75EC-55AD-4526-81DC-A716FD738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EC495AC-53AC-46EB-AF18-9F9B72454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476CB3D-FE8C-4CAF-B287-0576A80CC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34B38EE-AF53-4E0C-A55A-A17CC17EF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7DE7212-9D6E-4F4E-A073-5B5B858AF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C6AD08-49F6-4369-9405-2E06CED9F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4E501EB-B771-494E-8AF3-5350560EB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EA122D9-8BE6-498E-AB20-311EBD5E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5FB205E9-694A-469E-97E7-7339DE0BC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3591" y="-2841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651086-4730-83F3-3F5D-68F8F29C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891" y="725951"/>
            <a:ext cx="4916971" cy="1442463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" altLang="ko-KR" sz="3700" dirty="0"/>
              <a:t>Popular Neural Network Frameworks</a:t>
            </a:r>
            <a:endParaRPr kumimoji="1" lang="ko-KR" altLang="en-US" sz="37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7BB65F-A51C-30F4-0272-90C9B29B0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891" y="2340130"/>
            <a:ext cx="4916971" cy="3803271"/>
          </a:xfrm>
        </p:spPr>
        <p:txBody>
          <a:bodyPr>
            <a:normAutofit/>
          </a:bodyPr>
          <a:lstStyle/>
          <a:p>
            <a:endParaRPr kumimoji="1" lang="en" altLang="ko-KR" dirty="0"/>
          </a:p>
          <a:p>
            <a:r>
              <a:rPr kumimoji="1" lang="en" altLang="ko-KR" dirty="0"/>
              <a:t>Low-level API</a:t>
            </a:r>
          </a:p>
          <a:p>
            <a:pPr lvl="1">
              <a:buFont typeface="Wingdings" pitchFamily="2" charset="2"/>
              <a:buChar char="ü"/>
            </a:pPr>
            <a:r>
              <a:rPr kumimoji="1" lang="en" altLang="ko-KR" dirty="0"/>
              <a:t>TensorFlow, </a:t>
            </a:r>
            <a:r>
              <a:rPr kumimoji="1" lang="en" altLang="ko-KR" dirty="0" err="1"/>
              <a:t>Pytorch</a:t>
            </a:r>
            <a:endParaRPr kumimoji="1" lang="en-US" altLang="ko-KR" dirty="0"/>
          </a:p>
          <a:p>
            <a:r>
              <a:rPr kumimoji="1" lang="en-US" altLang="ko-KR" dirty="0"/>
              <a:t>High-level API</a:t>
            </a:r>
          </a:p>
          <a:p>
            <a:pPr lvl="1">
              <a:buFont typeface="Wingdings" pitchFamily="2" charset="2"/>
              <a:buChar char="ü"/>
            </a:pPr>
            <a:r>
              <a:rPr kumimoji="1" lang="en-US" altLang="ko-KR" dirty="0" err="1"/>
              <a:t>Keras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Pytorch</a:t>
            </a:r>
            <a:r>
              <a:rPr kumimoji="1" lang="en-US" altLang="ko-KR" dirty="0"/>
              <a:t> Lightning</a:t>
            </a:r>
            <a:endParaRPr kumimoji="1" lang="en" altLang="ko-KR" dirty="0"/>
          </a:p>
        </p:txBody>
      </p:sp>
      <p:pic>
        <p:nvPicPr>
          <p:cNvPr id="8" name="Graphic 7" descr="연결 끊김">
            <a:extLst>
              <a:ext uri="{FF2B5EF4-FFF2-40B4-BE49-F238E27FC236}">
                <a16:creationId xmlns:a16="http://schemas.microsoft.com/office/drawing/2014/main" id="{377FE56A-904A-D68A-DAF0-17F547D32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78" y="1235909"/>
            <a:ext cx="4412205" cy="441220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914F94-A816-BB59-03EB-0B1FB78E9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33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79AF2-CAD8-C38D-1B19-06AF8A32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Low-level API Features</a:t>
            </a:r>
            <a:endParaRPr kumimoji="1" lang="ko-KR" altLang="en-US" dirty="0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0AB26B4A-50AD-453F-969F-8460002562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079" y="2340131"/>
          <a:ext cx="10325000" cy="356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39F64-6EA5-DEBC-7C3C-CDA6D0E3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F1C24-6001-2977-439A-A28717B60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High-level API Utilities</a:t>
            </a:r>
            <a:endParaRPr kumimoji="1" lang="ko-KR" altLang="en-US" dirty="0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03B76932-A296-E2D6-C97D-35F791D544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079" y="2340131"/>
          <a:ext cx="10325000" cy="356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6CDB9F-3E5C-FFE8-2DFF-F88C4A75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73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3E44D-4D65-35B7-A224-0CE4A8B3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Combining Low-level and High-level APIs</a:t>
            </a:r>
            <a:endParaRPr kumimoji="1" lang="ko-KR" altLang="en-US" dirty="0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68B37FCD-68B6-B17B-C854-F587AFD556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079" y="2340131"/>
          <a:ext cx="10325000" cy="356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727E4F-8AE6-D4C4-6269-6EAF8586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84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07071-327C-8BB4-8E46-DE657D25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Exercise: Framework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39F88E-E34C-134B-46FD-523954F9E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 err="1"/>
              <a:t>Pytorch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6C3ED7-FD5C-92B7-D679-9E908EFE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4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0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9EBEBF-5A31-DAAE-EB90-60A478A5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3" y="721946"/>
            <a:ext cx="10611627" cy="906696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Overfitting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4CCA9-110D-C32B-9108-9F1B46481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1681929"/>
            <a:ext cx="4981486" cy="5057641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104000"/>
              </a:lnSpc>
            </a:pPr>
            <a:r>
              <a:rPr lang="en" altLang="ko-KR" sz="1800" b="0" i="0" dirty="0">
                <a:effectLst/>
                <a:latin typeface="-apple-system"/>
              </a:rPr>
              <a:t>Consider the following problem of approximating 5 dots (represented by x on the graphs below):</a:t>
            </a:r>
          </a:p>
          <a:p>
            <a:pPr lvl="1">
              <a:lnSpc>
                <a:spcPct val="104000"/>
              </a:lnSpc>
              <a:buFont typeface="Wingdings" pitchFamily="2" charset="2"/>
              <a:buChar char="ü"/>
            </a:pPr>
            <a:r>
              <a:rPr lang="en" altLang="ko-KR" b="0" i="0" dirty="0">
                <a:effectLst/>
                <a:latin typeface="-apple-system"/>
              </a:rPr>
              <a:t>On the left, we see a good straight line approximation</a:t>
            </a:r>
          </a:p>
          <a:p>
            <a:pPr lvl="2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" altLang="ko-KR" sz="1800" b="0" i="0" dirty="0">
                <a:effectLst/>
                <a:latin typeface="-apple-system"/>
              </a:rPr>
              <a:t>Because the number of parameters is adequate, the model gets the idea behind point distribution right</a:t>
            </a:r>
          </a:p>
          <a:p>
            <a:pPr lvl="1">
              <a:lnSpc>
                <a:spcPct val="104000"/>
              </a:lnSpc>
              <a:buFont typeface="Wingdings" pitchFamily="2" charset="2"/>
              <a:buChar char="ü"/>
            </a:pPr>
            <a:r>
              <a:rPr lang="en" altLang="ko-KR" b="0" i="0" dirty="0">
                <a:effectLst/>
                <a:latin typeface="-apple-system"/>
              </a:rPr>
              <a:t>On the right, the model is too powerful</a:t>
            </a:r>
          </a:p>
          <a:p>
            <a:pPr lvl="2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" altLang="ko-KR" sz="1800" b="0" i="0" dirty="0">
                <a:effectLst/>
                <a:latin typeface="-apple-system"/>
              </a:rPr>
              <a:t>Because we only have 5 points and the model has 7 parameters, it can adjust in such a way as to pass through all points, making training the error to be 0</a:t>
            </a:r>
          </a:p>
          <a:p>
            <a:pPr lvl="2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" altLang="ko-KR" sz="1800" b="0" i="0" dirty="0">
                <a:effectLst/>
                <a:latin typeface="-apple-system"/>
              </a:rPr>
              <a:t>However, this prevents the model from understanding the correct pattern behind data, thus the validation error is very high</a:t>
            </a:r>
          </a:p>
          <a:p>
            <a:pPr lvl="1">
              <a:lnSpc>
                <a:spcPct val="104000"/>
              </a:lnSpc>
              <a:buFont typeface="Wingdings" pitchFamily="2" charset="2"/>
              <a:buChar char="ü"/>
            </a:pPr>
            <a:r>
              <a:rPr lang="en" altLang="ko-KR" b="0" i="0" dirty="0">
                <a:effectLst/>
                <a:latin typeface="-apple-system"/>
              </a:rPr>
              <a:t>It is very important to strike a correct balance between the richness of the model (number of parameters) and the number of training samples.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E7791C-0613-9A42-E9F5-0BDE969358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72564" y="1940344"/>
            <a:ext cx="6344554" cy="323572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56B330-5654-CF90-1F13-26B4E878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154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7757FA-E22B-4C03-A927-1E4B4A585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FA329A2-1D2A-4A62-A6AF-93B37310C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AAB6EEA-4329-4352-9BA3-1746A7111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DF1164F-7F9A-40C5-868D-082B3E0F1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DB572B4-ACB4-4026-BE9F-D3523A2C1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77DB227-A8B6-43DC-970A-925EED2E0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B6B9264-5A30-46E0-A2C1-636FB3D1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79B4D0-16B0-456E-8951-4042C78B2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43D00E3-B79B-41D6-9E66-07EC7E6C2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DD97DA3-F9CF-4985-A2BA-27DDD396C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0472B34-25FF-41FB-BF22-42D29C83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C6268AA-8DD1-4959-8136-0ECAAFD27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F744375-C310-46F7-AC26-C5A4BD827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6C08DB1-CFE5-4A9A-BCB2-C82F79C61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F10D3C0-7CBD-42BF-BC76-68A25F973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6DF561D-125D-4BA4-BEA8-D540A3EF8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6CE140-59C9-47C1-9BFD-E716943C4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D2421D5-FB16-43BB-BD72-57B6D115C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94B4B66-3D8B-4D67-B68A-5EE98A61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1CE3395-ADDA-44B4-B550-87AF22E18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6A7375E-9A29-4790-AA05-FC4DCC1AE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E67518D-21C7-4CDB-9A75-248EEAB43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13A36F7-9692-46D1-AA17-3036EBF75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04FE3BA-02A8-46F8-8C46-213885DB4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C8B1E1C-C236-410A-A75B-B5FED48E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FD8A655-CFAF-496E-82F7-4677B2100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B52CEB0-DF45-45EF-B19A-A15C1A17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D16414C-77DA-4C7E-8E62-862EAA940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C5789C5-251A-445C-8D17-18D36F8B5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BA0ACD3-25B4-4C98-B833-09426BA9C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C2EAAE7-E646-4A26-BA0E-A130ECE6A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4E911F-A532-42C7-B083-1E5BA8D71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1DEA6A44-CD60-4DFD-802B-A4F4BFCB7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20162" y="-2883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C251EB-CFAB-7FDB-42BF-B096535D4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0794505" cy="2157066"/>
          </a:xfrm>
        </p:spPr>
        <p:txBody>
          <a:bodyPr>
            <a:normAutofit/>
          </a:bodyPr>
          <a:lstStyle/>
          <a:p>
            <a:pPr algn="ctr"/>
            <a:r>
              <a:rPr kumimoji="1" lang="en" altLang="ko-KR" dirty="0"/>
              <a:t>Why overfitting occurs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E6CCDC-8D67-5520-7B43-0B1CD11D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50F4B674-F86A-92FC-EE1A-0717E6C2A8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728282"/>
              </p:ext>
            </p:extLst>
          </p:nvPr>
        </p:nvGraphicFramePr>
        <p:xfrm>
          <a:off x="690562" y="2784569"/>
          <a:ext cx="10840679" cy="3355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4406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0778E-C348-2BF5-E91A-3ED9F6B9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905141"/>
          </a:xfrm>
        </p:spPr>
        <p:txBody>
          <a:bodyPr/>
          <a:lstStyle/>
          <a:p>
            <a:r>
              <a:rPr kumimoji="1" lang="en" altLang="ko-KR" dirty="0"/>
              <a:t>How to detect overfitting</a:t>
            </a:r>
            <a:endParaRPr kumimoji="1" lang="ko-KR" altLang="en-US" dirty="0"/>
          </a:p>
        </p:txBody>
      </p:sp>
      <p:graphicFrame>
        <p:nvGraphicFramePr>
          <p:cNvPr id="8" name="내용 개체 틀 2">
            <a:extLst>
              <a:ext uri="{FF2B5EF4-FFF2-40B4-BE49-F238E27FC236}">
                <a16:creationId xmlns:a16="http://schemas.microsoft.com/office/drawing/2014/main" id="{B53C4F90-82E4-CF97-A212-58BF35B392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8108524"/>
              </p:ext>
            </p:extLst>
          </p:nvPr>
        </p:nvGraphicFramePr>
        <p:xfrm>
          <a:off x="691079" y="1717590"/>
          <a:ext cx="10325000" cy="5140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21EFB-AD0D-DA02-F5AF-832DD7DC7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73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5CE27-96FE-D69B-FD81-87D3A406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37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F0BCCC-C1C0-85DA-5D86-7C207588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8" y="1013254"/>
            <a:ext cx="12178892" cy="483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003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CFB671-C4D3-5BA8-A790-1BB46BF84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" altLang="ko-KR" sz="3700"/>
              <a:t>How to prevent overfitting</a:t>
            </a:r>
            <a:endParaRPr kumimoji="1" lang="ko-KR" altLang="en-US" sz="37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5CE082-DDC7-6F58-BCF9-C8BF264D3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818396" cy="3791918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If you see that overfitting occurs, you can do one of the following:</a:t>
            </a:r>
          </a:p>
          <a:p>
            <a:pPr lvl="1">
              <a:buFont typeface="Wingdings" pitchFamily="2" charset="2"/>
              <a:buChar char="ü"/>
            </a:pPr>
            <a:r>
              <a:rPr kumimoji="1" lang="en" altLang="ko-KR" dirty="0"/>
              <a:t>Increase the amount of training data</a:t>
            </a:r>
          </a:p>
          <a:p>
            <a:pPr lvl="1">
              <a:buFont typeface="Wingdings" pitchFamily="2" charset="2"/>
              <a:buChar char="ü"/>
            </a:pPr>
            <a:r>
              <a:rPr kumimoji="1" lang="en" altLang="ko-KR" dirty="0"/>
              <a:t>Decrease the complexity of the model</a:t>
            </a:r>
          </a:p>
          <a:p>
            <a:pPr lvl="1">
              <a:buFont typeface="Wingdings" pitchFamily="2" charset="2"/>
              <a:buChar char="ü"/>
            </a:pPr>
            <a:r>
              <a:rPr kumimoji="1" lang="en" altLang="ko-KR" dirty="0"/>
              <a:t>Use some regularization technique, such as Dropout</a:t>
            </a:r>
            <a:endParaRPr kumimoji="1" lang="ko-KR" altLang="en-US" dirty="0"/>
          </a:p>
        </p:txBody>
      </p:sp>
      <p:pic>
        <p:nvPicPr>
          <p:cNvPr id="8" name="Graphic 7" descr="미로">
            <a:extLst>
              <a:ext uri="{FF2B5EF4-FFF2-40B4-BE49-F238E27FC236}">
                <a16:creationId xmlns:a16="http://schemas.microsoft.com/office/drawing/2014/main" id="{88940A7D-871A-CDBC-A3C9-8FE8FE3DA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7094" y="1231415"/>
            <a:ext cx="4401655" cy="440165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304121-DE7F-AA9A-289B-C0C6DBFD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11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F3C0E-17E0-1B56-2C7F-01E90401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sz="4000" dirty="0"/>
              <a:t>Understanding Overfitting in the Context of Bias-Variance Tradeoff</a:t>
            </a:r>
            <a:endParaRPr kumimoji="1" lang="ko-KR" altLang="en-US" sz="4000" dirty="0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75F39014-9287-1953-F323-56BFE9D3A5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579877"/>
              </p:ext>
            </p:extLst>
          </p:nvPr>
        </p:nvGraphicFramePr>
        <p:xfrm>
          <a:off x="691079" y="2340130"/>
          <a:ext cx="10325000" cy="4292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F3B939-6FC5-381E-3EA1-781E1F91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16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9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11">
            <a:extLst>
              <a:ext uri="{FF2B5EF4-FFF2-40B4-BE49-F238E27FC236}">
                <a16:creationId xmlns:a16="http://schemas.microsoft.com/office/drawing/2014/main" id="{C15A19D0-2BD2-47E7-A51B-B8083A14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6641F14-42D8-42E0-8B56-FC0A08EB2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3FEF18-8973-49F1-B984-81E630730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FEE187-7ECD-4C55-BE26-0DA3DDE0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8708818-667C-4218-8552-2975EB004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FA1A626-67CE-4E24-974F-C432A21D1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0029D28-01D8-4EB8-B30C-79D6F14E6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24E501C-EBFD-4E76-8F7F-9EFA76EFF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04596B9-52A8-4717-8158-2204F86D9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1EC080A-A9BB-467A-92A9-D597436B7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65DD030-3FCC-4380-B680-8E171845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15E10D-03D4-4A67-8377-5B0A55F3D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DB96670-ACA9-42B6-87A2-E4119998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2BC8247-310E-48D0-9CEF-43BC6E41A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2F09D0F-F86F-4AA5-AB1D-AAB1E5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9569AF0-6598-4FCC-803D-B3C3DE03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1B68A9D-7921-44B8-8464-E36F028EE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68EB3D7-2443-4764-9991-B691C090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A6128C1-7748-441C-94E4-1874BB577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276682F-0434-4D7E-B400-2DF99D969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CD2F02B-2688-4DCD-9610-1C086528F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BA0DA4B-915F-4A6D-8368-BE7B53E42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01711BC-8D96-4E1F-934B-9E382A617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364551E-CB94-4200-809A-9E33122BA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64389BE-74F0-4F54-9DE0-2BCB33C7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6721F72-5343-46B1-AFC1-6DF4FF77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4A528A6-14EE-4010-93CB-95F75CB96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186140D-084D-4621-A556-65927AB44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2049A17-7EE3-4BEF-B630-AD0AB020E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23B596-7D86-4AF3-AE7E-A696FEF1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7FC8FA-C1DE-4F38-BCDA-464A54783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5BEFE2E-F050-46F9-BAD0-939F37AA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ight Triangle 44">
            <a:extLst>
              <a:ext uri="{FF2B5EF4-FFF2-40B4-BE49-F238E27FC236}">
                <a16:creationId xmlns:a16="http://schemas.microsoft.com/office/drawing/2014/main" id="{63D6C682-FD57-4DF7-854F-DD140E1E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151621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776F12-4B26-9059-9A3D-B06E53305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380515"/>
          </a:xfrm>
        </p:spPr>
        <p:txBody>
          <a:bodyPr>
            <a:normAutofit/>
          </a:bodyPr>
          <a:lstStyle/>
          <a:p>
            <a:r>
              <a:rPr kumimoji="1" lang="en" altLang="ko-KR"/>
              <a:t>Error Dynamics During Training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D7E684-B1E4-08B3-45AE-5715DACC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graphicFrame>
        <p:nvGraphicFramePr>
          <p:cNvPr id="50" name="내용 개체 틀 2">
            <a:extLst>
              <a:ext uri="{FF2B5EF4-FFF2-40B4-BE49-F238E27FC236}">
                <a16:creationId xmlns:a16="http://schemas.microsoft.com/office/drawing/2014/main" id="{0F381510-7FFA-E7A8-70D4-E1C691E0E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718643"/>
              </p:ext>
            </p:extLst>
          </p:nvPr>
        </p:nvGraphicFramePr>
        <p:xfrm>
          <a:off x="690563" y="2339974"/>
          <a:ext cx="10325100" cy="4354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7757060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LightSeedRightStep">
      <a:dk1>
        <a:srgbClr val="000000"/>
      </a:dk1>
      <a:lt1>
        <a:srgbClr val="FFFFFF"/>
      </a:lt1>
      <a:dk2>
        <a:srgbClr val="3A3621"/>
      </a:dk2>
      <a:lt2>
        <a:srgbClr val="E2E8E5"/>
      </a:lt2>
      <a:accent1>
        <a:srgbClr val="EA73A4"/>
      </a:accent1>
      <a:accent2>
        <a:srgbClr val="E55454"/>
      </a:accent2>
      <a:accent3>
        <a:srgbClr val="E59053"/>
      </a:accent3>
      <a:accent4>
        <a:srgbClr val="B6A343"/>
      </a:accent4>
      <a:accent5>
        <a:srgbClr val="95AB54"/>
      </a:accent5>
      <a:accent6>
        <a:srgbClr val="69B643"/>
      </a:accent6>
      <a:hlink>
        <a:srgbClr val="578F78"/>
      </a:hlink>
      <a:folHlink>
        <a:srgbClr val="7F7F7F"/>
      </a:folHlink>
    </a:clrScheme>
    <a:fontScheme name="Custom 50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{8BDB70D2-0146-8548-8006-5FB8F20DD145}tf16401378</Template>
  <TotalTime>3065</TotalTime>
  <Words>2856</Words>
  <Application>Microsoft Macintosh PowerPoint</Application>
  <PresentationFormat>Widescreen</PresentationFormat>
  <Paragraphs>260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-apple-system</vt:lpstr>
      <vt:lpstr>KaTeX_Main</vt:lpstr>
      <vt:lpstr>KaTeX_Math</vt:lpstr>
      <vt:lpstr>맑은 고딕</vt:lpstr>
      <vt:lpstr>Microsoft GothicNeo</vt:lpstr>
      <vt:lpstr>Söhne</vt:lpstr>
      <vt:lpstr>Arial</vt:lpstr>
      <vt:lpstr>Wingdings</vt:lpstr>
      <vt:lpstr>CosineVTI</vt:lpstr>
      <vt:lpstr>Artificial Intelligence (AI)</vt:lpstr>
      <vt:lpstr>PowerPoint Presentation</vt:lpstr>
      <vt:lpstr>Achieving Intelligence in Computing</vt:lpstr>
      <vt:lpstr>Machine Learning</vt:lpstr>
      <vt:lpstr>A Model of a Neuron</vt:lpstr>
      <vt:lpstr>Mathematical Model of a Neuron</vt:lpstr>
      <vt:lpstr>Perceptron</vt:lpstr>
      <vt:lpstr>Perceptron (cont’d)</vt:lpstr>
      <vt:lpstr>Perceptron Model</vt:lpstr>
      <vt:lpstr>Training the Perceptron</vt:lpstr>
      <vt:lpstr>Training the Perceptron (cont’d)</vt:lpstr>
      <vt:lpstr>Python code</vt:lpstr>
      <vt:lpstr>Exercise: Multi-Class Classification with Perceptron</vt:lpstr>
      <vt:lpstr>Multi-Layered Perceptron</vt:lpstr>
      <vt:lpstr>Formalization of Machine Learning</vt:lpstr>
      <vt:lpstr>Formalization of Machine Learning (cont’d)</vt:lpstr>
      <vt:lpstr>Gradient Descent Optimization</vt:lpstr>
      <vt:lpstr>Gradient Descent Optimization (cont’d)</vt:lpstr>
      <vt:lpstr>Multi-Layered Perceptrons and Backpropagation</vt:lpstr>
      <vt:lpstr>Multi-Layered Perceptrons and Backpropagation (cont’d)</vt:lpstr>
      <vt:lpstr>PowerPoint Presentation</vt:lpstr>
      <vt:lpstr>Implement a framework for building and training multi-layered perceptrons Goal: Understand in detail how modern neural networks operate</vt:lpstr>
      <vt:lpstr>Exercise: MNIST Classification</vt:lpstr>
      <vt:lpstr>Neural Network Frameworks</vt:lpstr>
      <vt:lpstr>gradient descent</vt:lpstr>
      <vt:lpstr>Gradient Computation in Neural Networks</vt:lpstr>
      <vt:lpstr>Computational Requirements for Deep Learning</vt:lpstr>
      <vt:lpstr>Framework Features for Effective Training</vt:lpstr>
      <vt:lpstr>Popular Neural Network Frameworks</vt:lpstr>
      <vt:lpstr>Low-level API Features</vt:lpstr>
      <vt:lpstr>High-level API Utilities</vt:lpstr>
      <vt:lpstr>Combining Low-level and High-level APIs</vt:lpstr>
      <vt:lpstr>Exercise: Framework</vt:lpstr>
      <vt:lpstr>Overfitting</vt:lpstr>
      <vt:lpstr>Why overfitting occurs</vt:lpstr>
      <vt:lpstr>How to detect overfitting</vt:lpstr>
      <vt:lpstr>PowerPoint Presentation</vt:lpstr>
      <vt:lpstr>How to prevent overfitting</vt:lpstr>
      <vt:lpstr>Understanding Overfitting in the Context of Bias-Variance Tradeoff</vt:lpstr>
      <vt:lpstr>Error Dynamics During 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(AI)</dc:title>
  <dc:creator>백우진</dc:creator>
  <cp:lastModifiedBy>Woojin Paik</cp:lastModifiedBy>
  <cp:revision>127</cp:revision>
  <dcterms:created xsi:type="dcterms:W3CDTF">2024-01-21T06:02:51Z</dcterms:created>
  <dcterms:modified xsi:type="dcterms:W3CDTF">2024-04-03T13:15:48Z</dcterms:modified>
</cp:coreProperties>
</file>